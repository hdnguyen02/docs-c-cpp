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Các Hàm Thông Dụng Của Map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hàm tìm kiếm: find(), count()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find(key)</a:t>
            </a:r>
            <a:r>
              <a:rPr sz="2000" b="0">
                <a:solidFill>
                  <a:srgbClr val="222B38"/>
                </a:solidFill>
                <a:latin typeface="Calibri"/>
              </a:rPr>
              <a:t>: trả iterator tới cặp có key đó, không có thì </a:t>
            </a:r>
            <a:r>
              <a:rPr sz="1900" b="0">
                <a:solidFill>
                  <a:srgbClr val="3598DB"/>
                </a:solidFill>
                <a:latin typeface="Consolas"/>
              </a:rPr>
              <a:t>end()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count(key)</a:t>
            </a:r>
            <a:r>
              <a:rPr sz="2000" b="0">
                <a:solidFill>
                  <a:srgbClr val="222B38"/>
                </a:solidFill>
                <a:latin typeface="Calibri"/>
              </a:rPr>
              <a:t>: 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1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key tồn tại,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không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Cả hai đều </a:t>
            </a:r>
            <a:r>
              <a:rPr sz="2000" b="1">
                <a:solidFill>
                  <a:srgbClr val="222B38"/>
                </a:solidFill>
                <a:latin typeface="Calibri"/>
              </a:rPr>
              <a:t>O(logN)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count()</a:t>
            </a:r>
            <a:r>
              <a:rPr sz="2000" b="0">
                <a:solidFill>
                  <a:srgbClr val="222B38"/>
                </a:solidFill>
                <a:latin typeface="Calibri"/>
              </a:rPr>
              <a:t> dễ dùng hơn để kiểm tra tồn tại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map&lt;int,int&gt;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mp.insert(make_pair(1,2)); mp.insert(make_pair(2,3)); mp.insert(make_pair(3,5));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 = mp.find(2);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if(it != mp.end()) cout &lt;&lt; "FOUND"; else cout &lt;&lt; "NOT FOUND";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if(mp.count(4) == 1) cout &lt;&lt; "FOUND"; else cout &lt;&lt; "NOT FOUND";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xóa: erase()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306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key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mp.erase(key)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iterator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mp.erase(it)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 O(logN)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key không tồn tại sẽ gây lỗi — nên </a:t>
            </a:r>
            <a:r>
              <a:rPr sz="1709" b="0">
                <a:solidFill>
                  <a:srgbClr val="3598DB"/>
                </a:solidFill>
                <a:latin typeface="Consolas"/>
              </a:rPr>
              <a:t>count()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5190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9821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if(mp.count(2)) mp.erase(2);  // xoa theo key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 = mp.find(2);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if(it != mp.end()) mp.erase(it); // xoa theo iterator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hàm biên: lower_bound(), upper_bound()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306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lower_bound(x)</a:t>
            </a:r>
            <a:r>
              <a:rPr sz="1800" b="0">
                <a:solidFill>
                  <a:srgbClr val="222B38"/>
                </a:solidFill>
                <a:latin typeface="Calibri"/>
              </a:rPr>
              <a:t>: iterator tới key nhỏ nhất </a:t>
            </a:r>
            <a:r>
              <a:rPr sz="1800" b="1">
                <a:solidFill>
                  <a:srgbClr val="222B38"/>
                </a:solidFill>
                <a:latin typeface="Calibri"/>
              </a:rPr>
              <a:t>≥ x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upper_bound(x)</a:t>
            </a:r>
            <a:r>
              <a:rPr sz="1800" b="0">
                <a:solidFill>
                  <a:srgbClr val="222B38"/>
                </a:solidFill>
                <a:latin typeface="Calibri"/>
              </a:rPr>
              <a:t>: iterator tới key nhỏ nhất </a:t>
            </a:r>
            <a:r>
              <a:rPr sz="1800" b="1">
                <a:solidFill>
                  <a:srgbClr val="222B38"/>
                </a:solidFill>
                <a:latin typeface="Calibri"/>
              </a:rPr>
              <a:t>&gt; x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có key thỏa điều kiện thì trả </a:t>
            </a:r>
            <a:r>
              <a:rPr sz="1709" b="0">
                <a:solidFill>
                  <a:srgbClr val="3598DB"/>
                </a:solidFill>
                <a:latin typeface="Consolas"/>
              </a:rPr>
              <a:t>end()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Cả hai O(logN), áp dụng được cho cả set và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5190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9821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key: {1, 3, 5, 6, 10}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it1 = mp.lower_bound(4); // -&gt; key 5 (nho nhat &gt;= 4)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it2 = mp.upper_bound(5); // -&gt; key 6 (nho nhat &gt; 5)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it3 = mp.lower_bound(14); // -&gt; end(), khong co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Thông Dụng Của 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find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count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lower_bound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upper_bound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đều </a:t>
            </a:r>
            <a:r>
              <a:rPr sz="1800" b="1">
                <a:solidFill>
                  <a:srgbClr val="222B38"/>
                </a:solidFill>
                <a:latin typeface="Calibri"/>
              </a:rPr>
              <a:t>O(logN)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count()</a:t>
            </a:r>
            <a:r>
              <a:rPr sz="1800" b="0">
                <a:solidFill>
                  <a:srgbClr val="222B38"/>
                </a:solidFill>
                <a:latin typeface="Calibri"/>
              </a:rPr>
              <a:t> thay </a:t>
            </a:r>
            <a:r>
              <a:rPr sz="1709" b="0">
                <a:solidFill>
                  <a:srgbClr val="3598DB"/>
                </a:solidFill>
                <a:latin typeface="Consolas"/>
              </a:rPr>
              <a:t>find()</a:t>
            </a:r>
            <a:r>
              <a:rPr sz="1800" b="0">
                <a:solidFill>
                  <a:srgbClr val="222B38"/>
                </a:solidFill>
                <a:latin typeface="Calibri"/>
              </a:rPr>
              <a:t> được khi chỉ cần biết tồn tại hay không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erase()</a:t>
            </a:r>
            <a:r>
              <a:rPr sz="1800" b="0">
                <a:solidFill>
                  <a:srgbClr val="222B38"/>
                </a:solidFill>
                <a:latin typeface="Calibri"/>
              </a:rPr>
              <a:t> theo key không tồn tại sẽ lỗi, cần kiểm tra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lower_bound</a:t>
            </a:r>
            <a:r>
              <a:rPr sz="1800" b="0">
                <a:solidFill>
                  <a:srgbClr val="222B38"/>
                </a:solidFill>
                <a:latin typeface="Calibri"/>
              </a:rPr>
              <a:t> lấy </a:t>
            </a:r>
            <a:r>
              <a:rPr sz="1709" b="0">
                <a:solidFill>
                  <a:srgbClr val="3598DB"/>
                </a:solidFill>
                <a:latin typeface="Consolas"/>
              </a:rPr>
              <a:t>&gt;=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upper_bound</a:t>
            </a:r>
            <a:r>
              <a:rPr sz="1800" b="0">
                <a:solidFill>
                  <a:srgbClr val="222B38"/>
                </a:solidFill>
                <a:latin typeface="Calibri"/>
              </a:rPr>
              <a:t> lấy </a:t>
            </a:r>
            <a:r>
              <a:rPr sz="1709" b="0">
                <a:solidFill>
                  <a:srgbClr val="3598DB"/>
                </a:solidFill>
                <a:latin typeface="Consolas"/>
              </a:rPr>
              <a:t>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— dùng chung logic với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