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Multiset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Multiset khác set ở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Multiset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5955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Cũng cài đặt bằng </a:t>
            </a:r>
            <a:r>
              <a:rPr sz="1700" b="1">
                <a:solidFill>
                  <a:srgbClr val="222B38"/>
                </a:solidFill>
                <a:latin typeface="Calibri"/>
              </a:rPr>
              <a:t>cây nhị phân tìm kiếm</a:t>
            </a:r>
            <a:r>
              <a:rPr sz="1700" b="0">
                <a:solidFill>
                  <a:srgbClr val="222B38"/>
                </a:solidFill>
                <a:latin typeface="Calibri"/>
              </a:rPr>
              <a:t> như set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1">
                <a:solidFill>
                  <a:srgbClr val="222B38"/>
                </a:solidFill>
                <a:latin typeface="Calibri"/>
              </a:rPr>
              <a:t>Cho phép</a:t>
            </a:r>
            <a:r>
              <a:rPr sz="1700" b="0">
                <a:solidFill>
                  <a:srgbClr val="222B38"/>
                </a:solidFill>
                <a:latin typeface="Calibri"/>
              </a:rPr>
              <a:t> các phần tử </a:t>
            </a:r>
            <a:r>
              <a:rPr sz="1700" b="1">
                <a:solidFill>
                  <a:srgbClr val="222B38"/>
                </a:solidFill>
                <a:latin typeface="Calibri"/>
              </a:rPr>
              <a:t>trùng giá trị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Vẫn tự động sắp xếp </a:t>
            </a:r>
            <a:r>
              <a:rPr sz="1700" b="1">
                <a:solidFill>
                  <a:srgbClr val="222B38"/>
                </a:solidFill>
                <a:latin typeface="Calibri"/>
              </a:rPr>
              <a:t>tăng dần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sửa được phần tử, chỉ </a:t>
            </a:r>
            <a:r>
              <a:rPr sz="1700" b="1">
                <a:solidFill>
                  <a:srgbClr val="222B38"/>
                </a:solidFill>
                <a:latin typeface="Calibri"/>
              </a:rPr>
              <a:t>thêm</a:t>
            </a:r>
            <a:r>
              <a:rPr sz="17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1700" b="1">
                <a:solidFill>
                  <a:srgbClr val="222B38"/>
                </a:solidFill>
                <a:latin typeface="Calibri"/>
              </a:rPr>
              <a:t>xóa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Không truy cập qua chỉ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02265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48569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multiset&lt;int&gt; ms;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ms.insert(3); ms.insert(1); ms.insert(3);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ms.insert(2); ms.insert(2); ms.insert(3); ms.insert(4);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{1, 2, 2, 3, 3, 3, 4} - giu ca gia tri trung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find() trong multiset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Multiset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về iterator tới </a:t>
            </a:r>
            <a:r>
              <a:rPr sz="2000" b="1">
                <a:solidFill>
                  <a:srgbClr val="222B38"/>
                </a:solidFill>
                <a:latin typeface="Calibri"/>
              </a:rPr>
              <a:t>vị trí đầu tiên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giá trị nếu có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tìm thấy trả về </a:t>
            </a:r>
            <a:r>
              <a:rPr sz="1900" b="0">
                <a:solidFill>
                  <a:srgbClr val="3598DB"/>
                </a:solidFill>
                <a:latin typeface="Consolas"/>
              </a:rPr>
              <a:t>end()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distance(begin(), it)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lấy vị trí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multiset&lt;int&gt; ms = {1,1,1,2,2,3,3,3,3,3,4};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 = ms.find(3);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if(it != ms.end())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distance(ms.begin(), it); // 5 - vi tri dau tien cua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count() trong multiset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Multiset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Khác set: trả về </a:t>
            </a:r>
            <a:r>
              <a:rPr sz="2000" b="1">
                <a:solidFill>
                  <a:srgbClr val="222B38"/>
                </a:solidFill>
                <a:latin typeface="Calibri"/>
              </a:rPr>
              <a:t>số lần xuất hiện thực tế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không chỉ 0/1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Cùng độ phức tạp O(logN) như 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multiset&lt;int&gt; ms = {1,1,1,2,2,3,3,3,3,3,4};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ms.count(3);  //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ms.count(1);  //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ms.count(28); //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erase() trong multiset — cần cẩn thận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Multiset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3245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Xóa theo </a:t>
            </a:r>
            <a:r>
              <a:rPr sz="20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2000" b="0">
                <a:solidFill>
                  <a:srgbClr val="222B38"/>
                </a:solidFill>
                <a:latin typeface="Calibri"/>
              </a:rPr>
              <a:t>: xóa </a:t>
            </a:r>
            <a:r>
              <a:rPr sz="2000" b="1">
                <a:solidFill>
                  <a:srgbClr val="222B38"/>
                </a:solidFill>
                <a:latin typeface="Calibri"/>
              </a:rPr>
              <a:t>TẤT CẢ</a:t>
            </a:r>
            <a:r>
              <a:rPr sz="2000" b="0">
                <a:solidFill>
                  <a:srgbClr val="222B38"/>
                </a:solidFill>
                <a:latin typeface="Calibri"/>
              </a:rPr>
              <a:t> phần tử trùng giá trị đó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Xóa theo </a:t>
            </a:r>
            <a:r>
              <a:rPr sz="2000" b="1">
                <a:solidFill>
                  <a:srgbClr val="222B38"/>
                </a:solidFill>
                <a:latin typeface="Calibri"/>
              </a:rPr>
              <a:t>iterator</a:t>
            </a:r>
            <a:r>
              <a:rPr sz="2000" b="0">
                <a:solidFill>
                  <a:srgbClr val="222B38"/>
                </a:solidFill>
                <a:latin typeface="Calibri"/>
              </a:rPr>
              <a:t>: chỉ xóa </a:t>
            </a:r>
            <a:r>
              <a:rPr sz="2000" b="1">
                <a:solidFill>
                  <a:srgbClr val="222B38"/>
                </a:solidFill>
                <a:latin typeface="Calibri"/>
              </a:rPr>
              <a:t>1</a:t>
            </a:r>
            <a:r>
              <a:rPr sz="2000" b="0">
                <a:solidFill>
                  <a:srgbClr val="222B38"/>
                </a:solidFill>
                <a:latin typeface="Calibri"/>
              </a:rPr>
              <a:t> phần tử tại vị trí đó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Phải đảm bảo giá trị/vị trí xóa tồn tại, tránh lỗi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00298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46602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multiset&lt;int&gt; ms = {1,1,1,2,2,3,3,3,3,3,4};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ms.erase(3);          // xoa het 5 phan tu gia tri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{1,1,1,2,2,4}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multiset&lt;int&gt; ms2 = {1,1,1,2,2,3,3,3,3,3,4};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auto it = ms2.find(3);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ms2.erase(it);        // chi xoa 1 phan tu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{1,1,1,2,2,3,3,3,3,4}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Multiset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Multiset = set nhưng </a:t>
            </a:r>
            <a:r>
              <a:rPr sz="1800" b="1">
                <a:solidFill>
                  <a:srgbClr val="222B38"/>
                </a:solidFill>
                <a:latin typeface="Calibri"/>
              </a:rPr>
              <a:t>cho phép trùng lặp</a:t>
            </a:r>
            <a:r>
              <a:rPr sz="1800" b="0">
                <a:solidFill>
                  <a:srgbClr val="222B38"/>
                </a:solidFill>
                <a:latin typeface="Calibri"/>
              </a:rPr>
              <a:t>, vẫn sắp xếp tăng dần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count()</a:t>
            </a:r>
            <a:r>
              <a:rPr sz="1800" b="0">
                <a:solidFill>
                  <a:srgbClr val="222B38"/>
                </a:solidFill>
                <a:latin typeface="Calibri"/>
              </a:rPr>
              <a:t> multiset trả tần suất thực, set chỉ trả 0/1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erase(value)</a:t>
            </a:r>
            <a:r>
              <a:rPr sz="1800" b="0">
                <a:solidFill>
                  <a:srgbClr val="222B38"/>
                </a:solidFill>
                <a:latin typeface="Calibri"/>
              </a:rPr>
              <a:t> xóa hết bản trùng —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erase(iterator)</a:t>
            </a:r>
            <a:r>
              <a:rPr sz="1800" b="0">
                <a:solidFill>
                  <a:srgbClr val="222B38"/>
                </a:solidFill>
                <a:latin typeface="Calibri"/>
              </a:rPr>
              <a:t> nếu chỉ muốn xóa 1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Độ phức tạp </a:t>
            </a:r>
            <a:r>
              <a:rPr sz="1709" b="0">
                <a:solidFill>
                  <a:srgbClr val="3598DB"/>
                </a:solidFill>
                <a:latin typeface="Consolas"/>
              </a:rPr>
              <a:t>find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count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erase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đều O(logN) như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