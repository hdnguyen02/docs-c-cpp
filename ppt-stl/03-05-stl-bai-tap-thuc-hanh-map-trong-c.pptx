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Thực Hành Map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1: Đếm giá trị khác nhau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Cho mảng A[], đếm số giá trị khác nhau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8605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mỗi phần tử mảng làm </a:t>
            </a:r>
            <a:r>
              <a:rPr sz="2000" b="1">
                <a:solidFill>
                  <a:srgbClr val="222B38"/>
                </a:solidFill>
                <a:latin typeface="Calibri"/>
              </a:rPr>
              <a:t>key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map, value tùy chọn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Map tự loại key trùng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size()</a:t>
            </a:r>
            <a:r>
              <a:rPr sz="2000" b="0">
                <a:solidFill>
                  <a:srgbClr val="222B38"/>
                </a:solidFill>
                <a:latin typeface="Calibri"/>
              </a:rPr>
              <a:t> = số giá trị khác nhau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O(NlogN) với map, O(N) nếu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unordered_map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53890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0194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a[12] = {1,3,2,1,2,3,4,1,5,8,10,2};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12; i++) mp[a[i]]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mp.size(); //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2: Đếm tần suất, in theo giá trị tăng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Đếm mỗi giá trị xuất hiện bao nhiêu lần, in theo thứ tự tăng dần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8506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Key = giá trị phần tử, value = tần suất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mảng, mỗi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mp[x]++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Map tự sắp key tăng dần nên duyệt map là ra đúng thứ tự yêu cầu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952900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9204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a[12] = {1,3,2,1,2,3,4,1,5,8,10,2};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12; i++) mp[a[i]]++;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for(pair&lt;int,int&gt; it : mp)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it.first &lt;&lt; " xuat hien " &lt;&lt; it.second &lt;&lt; " lan";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3: Đếm tần suất, in theo thứ tự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Mỗi giá trị chỉ in 1 lần, theo đúng thứ tự xuất hiện trong mảng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8208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Đếm tần suất vào map như bài 2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lại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gốc</a:t>
            </a:r>
            <a:r>
              <a:rPr sz="2000" b="0">
                <a:solidFill>
                  <a:srgbClr val="222B38"/>
                </a:solidFill>
                <a:latin typeface="Calibri"/>
              </a:rPr>
              <a:t> (giữ thứ tự xuất hiện) để in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in một giá trị, đặt tần suất của nó về 0 để tránh in lại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649929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6233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mp[a[i]]++;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if(mp[a[i]]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a[i] &lt;&lt; " xuat hien " &lt;&lt; mp[a[i]] &lt;&lt; " lan";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mp[a[i]]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4: Đếm tần suất từ trong xâu ký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Đếm mỗi từ trong câu xuất hiện bao nhiêu lần, in theo thứ tự từ điển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07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Key =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</a:t>
            </a:r>
            <a:r>
              <a:rPr sz="2000" b="0">
                <a:solidFill>
                  <a:srgbClr val="222B38"/>
                </a:solidFill>
                <a:latin typeface="Calibri"/>
              </a:rPr>
              <a:t> (từng từ), value =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từ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stringstream</a:t>
            </a:r>
            <a:r>
              <a:rPr sz="2000" b="0">
                <a:solidFill>
                  <a:srgbClr val="222B38"/>
                </a:solidFill>
                <a:latin typeface="Calibri"/>
              </a:rPr>
              <a:t>, mỗi từ tách được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mp[word]++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Map tự sắp key theo thứ tự từ điển tăng dần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851910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98214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ss(s);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map&lt;string,int&gt;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 mp[word]++;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for(pair&lt;string,int&gt; it : mp)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it.first &lt;&lt; " xuat hien " &lt;&lt; it.second &lt;&lt; " lan";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5: Tập hợp (Union) của 2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Tìm các giá trị xuất hiện ít nhất ở 1 trong 2 mảng, in tăng dần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8605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toàn bộ phần tử của cả A[] và B[] vào làm key của map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Map tự loại trùng và tự sắp tăng dần → chính là tập hợp cần tìm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map để in kết quả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53890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0194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5; i++) mp[a[i]]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5; i++) mp[b[i]]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for(pair&lt;int,int&gt; it : mp) cout &lt;&lt; it.first &lt;&lt; " 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6: Tập giao (Intersection) của 2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Tìm các giá trị xuất hiện ở cả 2 mảng, in tăng dần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07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mảng A[] vào map, đánh dấu value = 1 (xuất hiện ở A)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B[]: nếu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mp[x] == 1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đổi thành value = 2 (có ở cả 2 mảng)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các key có value = 2 —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đếm tần suất để tránh sai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851910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98214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5; i++) mp[a[i]]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5;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if(mp[b[i]] == 1) mp[b[i]] =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for(pair&lt;int,int&gt; it : mp)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if(it.second == 2) cout &lt;&lt; it.first &lt;&lt; " ";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Map mạnh nhất khi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đếm tần suất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800" b="1">
                <a:solidFill>
                  <a:srgbClr val="222B38"/>
                </a:solidFill>
                <a:latin typeface="Calibri"/>
              </a:rPr>
              <a:t>đánh dấu trạng thái</a:t>
            </a:r>
            <a:r>
              <a:rPr sz="1800" b="0">
                <a:solidFill>
                  <a:srgbClr val="222B38"/>
                </a:solidFill>
                <a:latin typeface="Calibri"/>
              </a:rPr>
              <a:t> theo key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map luôn ra kết quả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key tăng dần</a:t>
            </a:r>
            <a:r>
              <a:rPr sz="1800" b="0">
                <a:solidFill>
                  <a:srgbClr val="222B38"/>
                </a:solidFill>
                <a:latin typeface="Calibri"/>
              </a:rPr>
              <a:t> sẵn, khỏi sort thêm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giữ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xuất hiện gốc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phải duyệt lại mảng, dùng map chỉ để tra cứu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Bài tập giao 2 mảng: dùng cờ đánh dấu (1/2), không dùng đếm tần suất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