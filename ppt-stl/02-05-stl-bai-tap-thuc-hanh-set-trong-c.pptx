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Bài Tập Thực Hành Set Trong C++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STL C++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Bài 1: Đếm số phần tử khác nhau trong mảng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Bài Tập Thực Hành Set Trong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81328"/>
            <a:ext cx="10765231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0">
                <a:solidFill>
                  <a:srgbClr val="767F8C"/>
                </a:solidFill>
                <a:latin typeface="Calibri"/>
              </a:rPr>
              <a:t>Cho mảng A[] gồm N phần tử, đếm số giá trị khác nhau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286050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Đưa toàn bộ phần tử vào set — set tự loại trùng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Kết quả = </a:t>
            </a:r>
            <a:r>
              <a:rPr sz="1900" b="0">
                <a:solidFill>
                  <a:srgbClr val="3598DB"/>
                </a:solidFill>
                <a:latin typeface="Consolas"/>
              </a:rPr>
              <a:t>size()</a:t>
            </a:r>
            <a:r>
              <a:rPr sz="2000" b="0">
                <a:solidFill>
                  <a:srgbClr val="222B38"/>
                </a:solidFill>
                <a:latin typeface="Calibri"/>
              </a:rPr>
              <a:t> của set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Độ phức tạp: O(NlogN)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4053890"/>
            <a:ext cx="10765231" cy="151993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00194"/>
            <a:ext cx="10362895" cy="1227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a[10] = {1,2,1,2,3,1,2,5,1,8};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set&lt;int&gt; se;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for(int i = 0; i &lt; 10; i++) se.insert(a[i]);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cout &lt;&lt; se.size(); // so gia tri khac nhau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Bài 2: Truy vấn tồn tại phần tử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Bài Tập Thực Hành Set Trong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81328"/>
            <a:ext cx="10765231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0">
                <a:solidFill>
                  <a:srgbClr val="767F8C"/>
                </a:solidFill>
                <a:latin typeface="Calibri"/>
              </a:rPr>
              <a:t>Với Q truy vấn, kiểm tra giá trị X có trong mảng không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084070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Đưa mảng vào set một lần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Mỗi truy vấn dùng </a:t>
            </a:r>
            <a:r>
              <a:rPr sz="1900" b="0">
                <a:solidFill>
                  <a:srgbClr val="3598DB"/>
                </a:solidFill>
                <a:latin typeface="Consolas"/>
              </a:rPr>
              <a:t>find()</a:t>
            </a:r>
            <a:r>
              <a:rPr sz="2000" b="0">
                <a:solidFill>
                  <a:srgbClr val="222B38"/>
                </a:solidFill>
                <a:latin typeface="Calibri"/>
              </a:rPr>
              <a:t> của set — O(logN)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Nhanh hơn tìm kiếm tuyến tính O(N) mỗi lần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3851910"/>
            <a:ext cx="10765231" cy="2097024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998214"/>
            <a:ext cx="10362895" cy="18044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set&lt;int&gt; se;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for(int i = 0; i &lt; n; i++) se.insert(a[i]);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for(int i = 0; i &lt; Q; i++){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if(se.find(X[i]) != se.end()) cout &lt;&lt; "TIM THAY";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else cout &lt;&lt; "KHONG TIM THAY";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Bài 3: Liệt kê giá trị khác nhau theo thứ tự xuất hiện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Bài Tập Thực Hành Set Trong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81328"/>
            <a:ext cx="10765231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0">
                <a:solidFill>
                  <a:srgbClr val="767F8C"/>
                </a:solidFill>
                <a:latin typeface="Calibri"/>
              </a:rPr>
              <a:t>Mỗi giá trị chỉ in 1 lần, giữ đúng thứ tự xuất hiện trong mảng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866309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Duyệt mảng, set đóng vai trò </a:t>
            </a:r>
            <a:r>
              <a:rPr sz="2000" b="1">
                <a:solidFill>
                  <a:srgbClr val="222B38"/>
                </a:solidFill>
                <a:latin typeface="Calibri"/>
              </a:rPr>
              <a:t>tập giá trị đã in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Gặp phần tử chưa có trong set: in ra rồi </a:t>
            </a:r>
            <a:r>
              <a:rPr sz="1900" b="0">
                <a:solidFill>
                  <a:srgbClr val="3598DB"/>
                </a:solidFill>
                <a:latin typeface="Consolas"/>
              </a:rPr>
              <a:t>insert()</a:t>
            </a:r>
            <a:r>
              <a:rPr sz="2000" b="0">
                <a:solidFill>
                  <a:srgbClr val="222B38"/>
                </a:solidFill>
                <a:latin typeface="Calibri"/>
              </a:rPr>
              <a:t> vào set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Độ phức tạp: O(NlogN)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3634149"/>
            <a:ext cx="10765231" cy="2719197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780453"/>
            <a:ext cx="10362895" cy="242658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E8EFF7"/>
                </a:solidFill>
                <a:latin typeface="Consolas"/>
              </a:rPr>
              <a:t>int a[10] = {1,8,2,1,2,3,2,5,5,8};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E8EFF7"/>
                </a:solidFill>
                <a:latin typeface="Consolas"/>
              </a:rPr>
              <a:t>set&lt;int&gt; se;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E8EFF7"/>
                </a:solidFill>
                <a:latin typeface="Consolas"/>
              </a:rPr>
              <a:t>for(int i = 0; i &lt; 10; i++){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E8EFF7"/>
                </a:solidFill>
                <a:latin typeface="Consolas"/>
              </a:rPr>
              <a:t>    if(se.find(a[i]) == se.end()){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E8EFF7"/>
                </a:solidFill>
                <a:latin typeface="Consolas"/>
              </a:rPr>
              <a:t>        cout &lt;&lt; a[i] &lt;&lt; " ";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E8EFF7"/>
                </a:solidFill>
                <a:latin typeface="Consolas"/>
              </a:rPr>
              <a:t>        se.insert(a[i]);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E8EFF7"/>
                </a:solidFill>
                <a:latin typeface="Consolas"/>
              </a:rPr>
              <a:t>   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E8EFF7"/>
                </a:solidFill>
                <a:latin typeface="Consolas"/>
              </a:rPr>
              <a:t>// Output: 1 8 2 3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Bài 4: Liệt kê giá trị khác nhau theo thứ tự tăng dần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Bài Tập Thực Hành Set Trong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81328"/>
            <a:ext cx="10765231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0">
                <a:solidFill>
                  <a:srgbClr val="767F8C"/>
                </a:solidFill>
                <a:latin typeface="Calibri"/>
              </a:rPr>
              <a:t>Mỗi giá trị chỉ in 1 lần, theo thứ tự từ nhỏ tới lớn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185060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Đưa toàn bộ mảng vào set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Set tự loại trùng </a:t>
            </a:r>
            <a:r>
              <a:rPr sz="2000" b="1">
                <a:solidFill>
                  <a:srgbClr val="222B38"/>
                </a:solidFill>
                <a:latin typeface="Calibri"/>
              </a:rPr>
              <a:t>và</a:t>
            </a:r>
            <a:r>
              <a:rPr sz="2000" b="0">
                <a:solidFill>
                  <a:srgbClr val="222B38"/>
                </a:solidFill>
                <a:latin typeface="Calibri"/>
              </a:rPr>
              <a:t> tự sắp xếp tăng dần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Duyệt set để in kết quả — không cần sort thêm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3952900"/>
            <a:ext cx="10765231" cy="180848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99204"/>
            <a:ext cx="10362895" cy="1515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a[10] = {1,8,2,1,2,3,2,5,5,8};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set&lt;int&gt; se;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for(int i = 0; i &lt; 10; i++) se.insert(a[i]);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for(int x : se) cout &lt;&lt; x &lt;&lt; " ";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Output: 1 2 3 5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Bài Tập Thực Hành Set Trong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Set giải quyết gọn 2 việc: </a:t>
            </a:r>
            <a:r>
              <a:rPr sz="1800" b="1">
                <a:solidFill>
                  <a:srgbClr val="222B38"/>
                </a:solidFill>
                <a:latin typeface="Calibri"/>
              </a:rPr>
              <a:t>khử trùng lặp</a:t>
            </a:r>
            <a:r>
              <a:rPr sz="1800" b="0">
                <a:solidFill>
                  <a:srgbClr val="222B38"/>
                </a:solidFill>
                <a:latin typeface="Calibri"/>
              </a:rPr>
              <a:t> và </a:t>
            </a:r>
            <a:r>
              <a:rPr sz="1800" b="1">
                <a:solidFill>
                  <a:srgbClr val="222B38"/>
                </a:solidFill>
                <a:latin typeface="Calibri"/>
              </a:rPr>
              <a:t>tìm kiếm nhanh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Đưa mảng vào set khi cần: đếm phân biệt, kiểm tra tồn tại, sắp xếp không trùng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Muốn giữ </a:t>
            </a:r>
            <a:r>
              <a:rPr sz="1800" b="1">
                <a:solidFill>
                  <a:srgbClr val="222B38"/>
                </a:solidFill>
                <a:latin typeface="Calibri"/>
              </a:rPr>
              <a:t>thứ tự xuất hiện</a:t>
            </a:r>
            <a:r>
              <a:rPr sz="1800" b="0">
                <a:solidFill>
                  <a:srgbClr val="222B38"/>
                </a:solidFill>
                <a:latin typeface="Calibri"/>
              </a:rPr>
              <a:t> thì set chỉ dùng để đánh dấu, không duyệt trực tiếp set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Muốn </a:t>
            </a:r>
            <a:r>
              <a:rPr sz="1800" b="1">
                <a:solidFill>
                  <a:srgbClr val="222B38"/>
                </a:solidFill>
                <a:latin typeface="Calibri"/>
              </a:rPr>
              <a:t>thứ tự tăng dần</a:t>
            </a:r>
            <a:r>
              <a:rPr sz="1800" b="0">
                <a:solidFill>
                  <a:srgbClr val="222B38"/>
                </a:solidFill>
                <a:latin typeface="Calibri"/>
              </a:rPr>
              <a:t> thì duyệt trực tiếp set là đủ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