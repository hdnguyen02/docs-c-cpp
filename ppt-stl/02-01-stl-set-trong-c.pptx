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Set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Set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Container được cài đặt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cây nhị phân tìm kiếm</a:t>
            </a:r>
            <a:r>
              <a:rPr sz="1800" b="0">
                <a:solidFill>
                  <a:srgbClr val="222B38"/>
                </a:solidFill>
                <a:latin typeface="Calibri"/>
              </a:rPr>
              <a:t> (BST)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trùng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, tự động sắp xếp </a:t>
            </a:r>
            <a:r>
              <a:rPr sz="1800" b="1">
                <a:solidFill>
                  <a:srgbClr val="222B38"/>
                </a:solidFill>
                <a:latin typeface="Calibri"/>
              </a:rPr>
              <a:t>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kiếm chỉ mất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truy cập được qua chỉ số như mảng/vector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"set"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set&lt;data_type&gt; set_name;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nào dùng 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Bài toán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loại bỏ giá trị trùng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Bài toán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tìm kiếm nhanh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size()</a:t>
            </a:r>
            <a:r>
              <a:rPr sz="1800" b="0">
                <a:solidFill>
                  <a:srgbClr val="222B38"/>
                </a:solidFill>
                <a:latin typeface="Calibri"/>
              </a:rPr>
              <a:t>: số phần tử trong set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insert()</a:t>
            </a:r>
            <a:r>
              <a:rPr sz="1800" b="0">
                <a:solidFill>
                  <a:srgbClr val="222B38"/>
                </a:solidFill>
                <a:latin typeface="Calibri"/>
              </a:rPr>
              <a:t>: thêm phần tử — O(logN), giá trị đã có thì bị bỏ qua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empty()</a:t>
            </a:r>
            <a:r>
              <a:rPr sz="1800" b="0">
                <a:solidFill>
                  <a:srgbClr val="222B38"/>
                </a:solidFill>
                <a:latin typeface="Calibri"/>
              </a:rPr>
              <a:t>: kiểm tra rỗng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clear()</a:t>
            </a:r>
            <a:r>
              <a:rPr sz="1800" b="0">
                <a:solidFill>
                  <a:srgbClr val="222B38"/>
                </a:solidFill>
                <a:latin typeface="Calibri"/>
              </a:rPr>
              <a:t>: xóa toàn bộ phần tử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se.insert(3); se.insert(1); se.insert(1);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se.insert(2); se.insert(3); se.insert(2); se.insert(4);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 2, 3, 4} - tu dong bo trung + sap xep tang dan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se.size(); //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Duyệt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bằng range-based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iterator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*se.begin()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: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nhỏ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*se.rbegin()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: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lớn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Iterator của set chỉ hỗ trợ </a:t>
            </a:r>
            <a:r>
              <a:rPr sz="1709" b="0">
                <a:solidFill>
                  <a:srgbClr val="3598DB"/>
                </a:solidFill>
                <a:latin typeface="Consolas"/>
              </a:rPr>
              <a:t>++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--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+=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-=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set&lt;int&gt; se = {3,1,2,4};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x : se) cout &lt;&lt; x &lt;&lt; ' ';           // 1 2 3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for(set&lt;int&gt;::iterator it = se.begin(); it != se.end(); ++it)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*it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*se.begin();   // nho nhat: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*se.rbegin();  // lon nhat: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Set: không trùng lặp, tự sắp xếp tăng dần, tìm kiếm 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hỗ trợ truy cập chỉ số như mảng/vector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Phù hợp bài toán khử trùng lặp và tra cứu nhanh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Iterator set khác vector: chỉ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++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