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Các Hàm Thông Dụng Của Set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hàm tìm kiếm: find(), count()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find(x)</a:t>
            </a:r>
            <a:r>
              <a:rPr sz="2000" b="0">
                <a:solidFill>
                  <a:srgbClr val="222B38"/>
                </a:solidFill>
                <a:latin typeface="Calibri"/>
              </a:rPr>
              <a:t>: trả về iterator tới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x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tìm thấy, ngược lại trả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end()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count(x)</a:t>
            </a:r>
            <a:r>
              <a:rPr sz="2000" b="0">
                <a:solidFill>
                  <a:srgbClr val="222B38"/>
                </a:solidFill>
                <a:latin typeface="Calibri"/>
              </a:rPr>
              <a:t>: trả về 1 nếu có, 0 nếu không (thay thế được </a:t>
            </a:r>
            <a:r>
              <a:rPr sz="1900" b="0">
                <a:solidFill>
                  <a:srgbClr val="3598DB"/>
                </a:solidFill>
                <a:latin typeface="Consolas"/>
              </a:rPr>
              <a:t>find()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Cả hai đều </a:t>
            </a:r>
            <a:r>
              <a:rPr sz="2000" b="1">
                <a:solidFill>
                  <a:srgbClr val="222B38"/>
                </a:solidFill>
                <a:latin typeface="Calibri"/>
              </a:rPr>
              <a:t>O(logN)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set&lt;int&gt; se = {1,2,3,4,5,6};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if(se.find(3) != se.end()) cout &lt;&lt; "3 co trong set";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if(se.count(28) != 0) cout &lt;&lt; "28 co"; else cout &lt;&lt; "28 khong co";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xóa: erase()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207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se.erase(x)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iterator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se.erase(it)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 O(logN)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Lưu ý</a:t>
            </a:r>
            <a:r>
              <a:rPr sz="1800" b="0">
                <a:solidFill>
                  <a:srgbClr val="222B38"/>
                </a:solidFill>
                <a:latin typeface="Calibri"/>
              </a:rPr>
              <a:t>: xóa phần tử không tồn tại sẽ gây lỗi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5091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9722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set&lt;int&gt; se = {1,2,3,4,5,6};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se.erase(3);              // xoa qua gia tri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 = se.find(5);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if(it != se.end()) se.erase(it); // xoa qua iterator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hàm biên: lower_bound(), upper_bound()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306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lower_bound(x)</a:t>
            </a:r>
            <a:r>
              <a:rPr sz="1800" b="0">
                <a:solidFill>
                  <a:srgbClr val="222B38"/>
                </a:solidFill>
                <a:latin typeface="Calibri"/>
              </a:rPr>
              <a:t>: iterator tới phần tử nhỏ nhất </a:t>
            </a:r>
            <a:r>
              <a:rPr sz="1800" b="1">
                <a:solidFill>
                  <a:srgbClr val="222B38"/>
                </a:solidFill>
                <a:latin typeface="Calibri"/>
              </a:rPr>
              <a:t>≥ x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upper_bound(x)</a:t>
            </a:r>
            <a:r>
              <a:rPr sz="1800" b="0">
                <a:solidFill>
                  <a:srgbClr val="222B38"/>
                </a:solidFill>
                <a:latin typeface="Calibri"/>
              </a:rPr>
              <a:t>: iterator tới phần tử nhỏ nhất </a:t>
            </a:r>
            <a:r>
              <a:rPr sz="1800" b="1">
                <a:solidFill>
                  <a:srgbClr val="222B38"/>
                </a:solidFill>
                <a:latin typeface="Calibri"/>
              </a:rPr>
              <a:t>&gt; x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tồn tại phần tử thỏa thì trả về </a:t>
            </a:r>
            <a:r>
              <a:rPr sz="1709" b="0">
                <a:solidFill>
                  <a:srgbClr val="3598DB"/>
                </a:solidFill>
                <a:latin typeface="Consolas"/>
              </a:rPr>
              <a:t>end()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Cả hai đều O(logN)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05190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9821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set&lt;int&gt; se = {1,2,3,5,7,9,10};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it1 = se.lower_bound(6); // -&gt; 7 (nho nhat &gt;= 6)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it2 = se.upper_bound(5); // -&gt; 7 (nho nhat &gt; 5)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it3 = se.lower_bound(28); // -&gt; end(), khong co phan tu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find()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count()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lower_bound()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upper_bound()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đều </a:t>
            </a:r>
            <a:r>
              <a:rPr sz="1800" b="1">
                <a:solidFill>
                  <a:srgbClr val="222B38"/>
                </a:solidFill>
                <a:latin typeface="Calibri"/>
              </a:rPr>
              <a:t>O(logN)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count()</a:t>
            </a:r>
            <a:r>
              <a:rPr sz="1800" b="0">
                <a:solidFill>
                  <a:srgbClr val="222B38"/>
                </a:solidFill>
                <a:latin typeface="Calibri"/>
              </a:rPr>
              <a:t> đơn giản hơn </a:t>
            </a:r>
            <a:r>
              <a:rPr sz="1709" b="0">
                <a:solidFill>
                  <a:srgbClr val="3598DB"/>
                </a:solidFill>
                <a:latin typeface="Consolas"/>
              </a:rPr>
              <a:t>find()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chỉ cần kiểm tra tồn tại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phần tử không tồn tại trong set sẽ gây lỗi runtime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lower_bound</a:t>
            </a:r>
            <a:r>
              <a:rPr sz="1800" b="0">
                <a:solidFill>
                  <a:srgbClr val="222B38"/>
                </a:solidFill>
                <a:latin typeface="Calibri"/>
              </a:rPr>
              <a:t> lấy </a:t>
            </a:r>
            <a:r>
              <a:rPr sz="1709" b="0">
                <a:solidFill>
                  <a:srgbClr val="3598DB"/>
                </a:solidFill>
                <a:latin typeface="Consolas"/>
              </a:rPr>
              <a:t>&gt;=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upper_bound</a:t>
            </a:r>
            <a:r>
              <a:rPr sz="1800" b="0">
                <a:solidFill>
                  <a:srgbClr val="222B38"/>
                </a:solidFill>
                <a:latin typeface="Calibri"/>
              </a:rPr>
              <a:t> lấy </a:t>
            </a:r>
            <a:r>
              <a:rPr sz="1709" b="0">
                <a:solidFill>
                  <a:srgbClr val="3598DB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