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Unordered_map Trong C++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STL C++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Unordered_map khác map ở đâu?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Unordered_map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60009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Cài đặt bằng </a:t>
            </a:r>
            <a:r>
              <a:rPr sz="1800" b="1">
                <a:solidFill>
                  <a:srgbClr val="222B38"/>
                </a:solidFill>
                <a:latin typeface="Calibri"/>
              </a:rPr>
              <a:t>bảng băm (hash table)</a:t>
            </a:r>
            <a:r>
              <a:rPr sz="1800" b="0">
                <a:solidFill>
                  <a:srgbClr val="222B38"/>
                </a:solidFill>
                <a:latin typeface="Calibri"/>
              </a:rPr>
              <a:t> thay vì cây đỏ đen như map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Key vẫn </a:t>
            </a:r>
            <a:r>
              <a:rPr sz="1800" b="1">
                <a:solidFill>
                  <a:srgbClr val="222B38"/>
                </a:solidFill>
                <a:latin typeface="Calibri"/>
              </a:rPr>
              <a:t>riêng biệt</a:t>
            </a:r>
            <a:r>
              <a:rPr sz="1800" b="0">
                <a:solidFill>
                  <a:srgbClr val="222B38"/>
                </a:solidFill>
                <a:latin typeface="Calibri"/>
              </a:rPr>
              <a:t> (không trùng)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Các phần tử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có thứ tự</a:t>
            </a:r>
            <a:r>
              <a:rPr sz="1800" b="0">
                <a:solidFill>
                  <a:srgbClr val="222B38"/>
                </a:solidFill>
                <a:latin typeface="Calibri"/>
              </a:rPr>
              <a:t> nào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Cần thư viện </a:t>
            </a:r>
            <a:r>
              <a:rPr sz="1709" b="0">
                <a:solidFill>
                  <a:srgbClr val="3598DB"/>
                </a:solidFill>
                <a:latin typeface="Consolas"/>
              </a:rPr>
              <a:t>unordered_map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48938"/>
            <a:ext cx="10765231" cy="2385567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95242"/>
            <a:ext cx="10362895" cy="209295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#include "unordered_map"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unordered_map&lt;string,string&gt; 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mp["codelab"] = "codelab.dev";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mp["USA"] = "Trump";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mp["Russia"] = "Putin";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for(pair&lt;string,string&gt; it : mp) cout &lt;&lt; it.first &lt;&lt; " " &lt;&lt; it.second;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thu tu in ra khong theo quy luat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Độ phức tạp find(), count(), erase(), insert()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Unordered_map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03641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Ở </a:t>
            </a:r>
            <a:r>
              <a:rPr sz="2000" b="1">
                <a:solidFill>
                  <a:srgbClr val="222B38"/>
                </a:solidFill>
                <a:latin typeface="Calibri"/>
              </a:rPr>
              <a:t>map</a:t>
            </a:r>
            <a:r>
              <a:rPr sz="2000" b="0">
                <a:solidFill>
                  <a:srgbClr val="222B38"/>
                </a:solidFill>
                <a:latin typeface="Calibri"/>
              </a:rPr>
              <a:t>: các hàm này đều </a:t>
            </a:r>
            <a:r>
              <a:rPr sz="2000" b="1">
                <a:solidFill>
                  <a:srgbClr val="222B38"/>
                </a:solidFill>
                <a:latin typeface="Calibri"/>
              </a:rPr>
              <a:t>O(logN)</a:t>
            </a:r>
            <a:r>
              <a:rPr sz="2000" b="0">
                <a:solidFill>
                  <a:srgbClr val="222B38"/>
                </a:solidFill>
                <a:latin typeface="Calibri"/>
              </a:rPr>
              <a:t> (cây đỏ đen)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Ở </a:t>
            </a:r>
            <a:r>
              <a:rPr sz="2000" b="1">
                <a:solidFill>
                  <a:srgbClr val="222B38"/>
                </a:solidFill>
                <a:latin typeface="Calibri"/>
              </a:rPr>
              <a:t>unordered_map</a:t>
            </a:r>
            <a:r>
              <a:rPr sz="2000" b="0">
                <a:solidFill>
                  <a:srgbClr val="222B38"/>
                </a:solidFill>
                <a:latin typeface="Calibri"/>
              </a:rPr>
              <a:t>: trung bình </a:t>
            </a:r>
            <a:r>
              <a:rPr sz="2000" b="1">
                <a:solidFill>
                  <a:srgbClr val="222B38"/>
                </a:solidFill>
                <a:latin typeface="Calibri"/>
              </a:rPr>
              <a:t>O(1)</a:t>
            </a:r>
            <a:r>
              <a:rPr sz="2000" b="0">
                <a:solidFill>
                  <a:srgbClr val="222B38"/>
                </a:solidFill>
                <a:latin typeface="Calibri"/>
              </a:rPr>
              <a:t> nhờ hash table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Trường hợp tệ nhất (đụng độ hash) vẫn có thể là </a:t>
            </a:r>
            <a:r>
              <a:rPr sz="2000" b="1">
                <a:solidFill>
                  <a:srgbClr val="222B38"/>
                </a:solidFill>
                <a:latin typeface="Calibri"/>
              </a:rPr>
              <a:t>O(N)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0425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5056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unordered_map&lt;string,string&gt; mp;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mp["codelab"] = "codelab.dev"; mp["USA"] = "Trump";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mp.erase("USA");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for(pair&lt;string,string&gt; it : mp) cout &lt;&lt; it.first &lt;&lt; " " &lt;&lt; it.second;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Khi nào dùng unordered_map?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Unordered_map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Chỉ cần tra cứu key-value nhanh, </a:t>
            </a:r>
            <a:r>
              <a:rPr sz="2000" b="1">
                <a:solidFill>
                  <a:srgbClr val="222B38"/>
                </a:solidFill>
                <a:latin typeface="Calibri"/>
              </a:rPr>
              <a:t>không cần thứ tự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Ưu tiên tốc độ trung bình O(1) hơn map (O(logN))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Cần duyệt theo key tăng dần thì vẫn phải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Unordered_map Trong C++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unordered_map = map nhưng dùng </a:t>
            </a:r>
            <a:r>
              <a:rPr sz="1800" b="1">
                <a:solidFill>
                  <a:srgbClr val="222B38"/>
                </a:solidFill>
                <a:latin typeface="Calibri"/>
              </a:rPr>
              <a:t>hash table</a:t>
            </a:r>
            <a:r>
              <a:rPr sz="1800" b="0">
                <a:solidFill>
                  <a:srgbClr val="222B38"/>
                </a:solidFill>
                <a:latin typeface="Calibri"/>
              </a:rPr>
              <a:t>, không sắp xếp key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find/count/erase/insert trung bình O(1), worst case O(N)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Chọn map khi cần thứ tự key, unordered_map khi chỉ cần tốc độ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Cả hai đều đảm bảo key </a:t>
            </a:r>
            <a:r>
              <a:rPr sz="1800" b="1">
                <a:solidFill>
                  <a:srgbClr val="222B38"/>
                </a:solidFill>
                <a:latin typeface="Calibri"/>
              </a:rPr>
              <a:t>duy nhất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