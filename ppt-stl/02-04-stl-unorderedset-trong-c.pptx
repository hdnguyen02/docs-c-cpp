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Unordered_set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Unordered_set khác set ở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Unordered_set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306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Cài đặt bằng </a:t>
            </a:r>
            <a:r>
              <a:rPr sz="1800" b="1">
                <a:solidFill>
                  <a:srgbClr val="222B38"/>
                </a:solidFill>
                <a:latin typeface="Calibri"/>
              </a:rPr>
              <a:t>bảng băm (hash table)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phải cây BST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đôi một khác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 (giống set)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duy trì thứ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 nào giữa các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thư viện </a:t>
            </a:r>
            <a:r>
              <a:rPr sz="1709" b="0">
                <a:solidFill>
                  <a:srgbClr val="3598DB"/>
                </a:solidFill>
                <a:latin typeface="Consolas"/>
              </a:rPr>
              <a:t>unordered_set</a:t>
            </a:r>
            <a:r>
              <a:rPr sz="1800" b="0">
                <a:solidFill>
                  <a:srgbClr val="222B38"/>
                </a:solidFill>
                <a:latin typeface="Calibri"/>
              </a:rPr>
              <a:t> (C++11 trở lên)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5190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9821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"unordered_set"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unordered_set&lt;int&gt; se = {1,3,1,1,2,3,1,4,1};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se.size(); // 4, gia tri trung bi loai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x : se) cout &lt;&lt; x &lt;&lt; ' '; // thu tu khong co quy luat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phức tạp — khác biệt lớn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Unordered_set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72081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find()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erase()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insert()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</a:t>
            </a:r>
            <a:r>
              <a:rPr sz="1800" b="1">
                <a:solidFill>
                  <a:srgbClr val="222B38"/>
                </a:solidFill>
                <a:latin typeface="Calibri"/>
              </a:rPr>
              <a:t>set/multiset</a:t>
            </a:r>
            <a:r>
              <a:rPr sz="1800" b="0">
                <a:solidFill>
                  <a:srgbClr val="222B38"/>
                </a:solidFill>
                <a:latin typeface="Calibri"/>
              </a:rPr>
              <a:t>: O(logN)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find()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erase()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insert()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</a:t>
            </a:r>
            <a:r>
              <a:rPr sz="1800" b="1">
                <a:solidFill>
                  <a:srgbClr val="222B38"/>
                </a:solidFill>
                <a:latin typeface="Calibri"/>
              </a:rPr>
              <a:t>unordered_set</a:t>
            </a:r>
            <a:r>
              <a:rPr sz="1800" b="0">
                <a:solidFill>
                  <a:srgbClr val="222B38"/>
                </a:solidFill>
                <a:latin typeface="Calibri"/>
              </a:rPr>
              <a:t>: trung bình </a:t>
            </a:r>
            <a:r>
              <a:rPr sz="1800" b="1">
                <a:solidFill>
                  <a:srgbClr val="222B38"/>
                </a:solidFill>
                <a:latin typeface="Calibri"/>
              </a:rPr>
              <a:t>O(1)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Trường hợp tệ nhất (hash đụng độ nhiều) vẫn có thể là O(N)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0861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87165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unordered_set&lt;int&gt; se = {1,2,3,4};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if(se.find(3) == se.end()) cout &lt;&lt; "NOT FOUND";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cout &lt;&lt; "FOUND";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Khi nào dùng unordered_set?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Unordered_set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cần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tra cứu/khử trùng lặp nhanh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quan tâm thứ tự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Ưu tiên tốc độ trung bình O(1) hơn set (O(logN))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Cần thứ tự tăng dần thì vẫn phải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Unordered_set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unordered_set = set nhưng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hash table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sắp xếp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Đổi lại tốc độ trung bình O(1) cho find/insert/erase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Worst case vẫn có thể chậm như O(N) do đụng độ hash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Chọn set khi cần thứ tự, unordered_set khi chỉ cần tốc độ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