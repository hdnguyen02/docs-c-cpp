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Vector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Vector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Vector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0604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Container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kiểu mảng động, tự thay đổi kích thước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phần tử qua chỉ số như mảng 1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được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float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pair</a:t>
            </a:r>
            <a:r>
              <a:rPr sz="1800" b="0">
                <a:solidFill>
                  <a:srgbClr val="222B38"/>
                </a:solidFill>
                <a:latin typeface="Calibri"/>
              </a:rPr>
              <a:t>, thậm chí vector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thêm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vector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dùng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54880"/>
            <a:ext cx="10765231" cy="65430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01184"/>
            <a:ext cx="10362895" cy="3616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vector&lt;data_type&gt; vector_name;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cách khai báo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Vector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rỗng rồi thêm dần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kèm danh sách phần tử khởi tạo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sẵn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phần tử (giá trị mặc định)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sẵn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phần tử cùng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v1;                 //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v2 = {1,2,3,4,5};   // co san phan tu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v3(n);              // n phan tu mac dinh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v4(n, val);         // n phan tu gia tri 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Thêm, xóa, duyệt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Vector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length()</a:t>
            </a:r>
            <a:r>
              <a:rPr sz="1800" b="0">
                <a:solidFill>
                  <a:srgbClr val="222B38"/>
                </a:solidFill>
                <a:latin typeface="Calibri"/>
              </a:rPr>
              <a:t>: số phần tử — 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push_back()</a:t>
            </a:r>
            <a:r>
              <a:rPr sz="1800" b="0">
                <a:solidFill>
                  <a:srgbClr val="222B38"/>
                </a:solidFill>
                <a:latin typeface="Calibri"/>
              </a:rPr>
              <a:t>: thêm cuối vector — 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pop_back()</a:t>
            </a:r>
            <a:r>
              <a:rPr sz="1800" b="0">
                <a:solidFill>
                  <a:srgbClr val="222B38"/>
                </a:solidFill>
                <a:latin typeface="Calibri"/>
              </a:rPr>
              <a:t>: xóa phần tử cuối — 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bằng chỉ số hoặc range-based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v.push_back(1); v.push_back(2); v.push_back(3);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v.size();           //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v.size(); i++) cout &lt;&lt; v[i];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x : v) cout &lt;&lt; x;   // ranged-based for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Vector thay thế mảng 1 chiều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Vector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1: vector rỗng, </a:t>
            </a:r>
            <a:r>
              <a:rPr sz="1900" b="0">
                <a:solidFill>
                  <a:srgbClr val="3598DB"/>
                </a:solidFill>
                <a:latin typeface="Consolas"/>
              </a:rPr>
              <a:t>push_back()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từng phần tử nhập vào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2: khai báo sẵn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rồi gán qua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v[i]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Cach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 cin &gt;&gt; tmp; v.push_back(tmp);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Cach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v(n);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cin &gt;&gt; v[i];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Vector thay thế mảng 2 chiều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Vector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0395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2 chiều = </a:t>
            </a:r>
            <a:r>
              <a:rPr sz="1800" b="1">
                <a:solidFill>
                  <a:srgbClr val="222B38"/>
                </a:solidFill>
                <a:latin typeface="Calibri"/>
              </a:rPr>
              <a:t>vector của vector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1: tạo từng </a:t>
            </a:r>
            <a:r>
              <a:rPr sz="1709" b="0">
                <a:solidFill>
                  <a:srgbClr val="3598DB"/>
                </a:solidFill>
                <a:latin typeface="Consolas"/>
              </a:rPr>
              <a:t>row</a:t>
            </a:r>
            <a:r>
              <a:rPr sz="1800" b="0">
                <a:solidFill>
                  <a:srgbClr val="222B38"/>
                </a:solidFill>
                <a:latin typeface="Calibri"/>
              </a:rPr>
              <a:t> (vector 1 chiều) rồi </a:t>
            </a:r>
            <a:r>
              <a:rPr sz="1709" b="0">
                <a:solidFill>
                  <a:srgbClr val="3598DB"/>
                </a:solidFill>
                <a:latin typeface="Consolas"/>
              </a:rPr>
              <a:t>push_back</a:t>
            </a:r>
            <a:r>
              <a:rPr sz="1800" b="0">
                <a:solidFill>
                  <a:srgbClr val="222B38"/>
                </a:solidFill>
                <a:latin typeface="Calibri"/>
              </a:rPr>
              <a:t> vào vector chính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2: khai báo sẵn kích thước </a:t>
            </a:r>
            <a:r>
              <a:rPr sz="1709" b="0">
                <a:solidFill>
                  <a:srgbClr val="3598DB"/>
                </a:solidFill>
                <a:latin typeface="Consolas"/>
              </a:rPr>
              <a:t>vector&lt;vector&lt;int&gt;&gt; v(n, vector&lt;int&gt;(m))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9175"/>
            <a:ext cx="10765231" cy="3179063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05479"/>
            <a:ext cx="10362895" cy="288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// Cach 1: tung dong la 1 vector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vector&lt;vector&lt;int&gt;&gt; v;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vector&lt;int&gt; row;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for(int j = 0; j &lt; m; j++){ cin &gt;&gt; tmp; row.push_back(tmp);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v.push_back(row);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// Cach 2: khai bao san kich thuoc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vector&lt;vector&lt;int&gt;&gt; v(n, vector&lt;int&gt;(m));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for(int j = 0; j &lt; m; j++) cin &gt;&gt; v[i][j];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Vector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Vector = mảng động, hỗ trợ truy cập chỉ số như mảng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push_back()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pop_back()</a:t>
            </a:r>
            <a:r>
              <a:rPr sz="1800" b="0">
                <a:solidFill>
                  <a:srgbClr val="222B38"/>
                </a:solidFill>
                <a:latin typeface="Calibri"/>
              </a:rPr>
              <a:t> ở cuối đều là 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Vector của vector dùng để mô phỏng mảng 2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Nên dùng vector thay mảng tĩnh khi chưa biết trước số lượng phần tử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