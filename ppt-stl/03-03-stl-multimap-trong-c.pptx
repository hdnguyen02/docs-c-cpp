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Multimap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Multimap khác map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Cho phép key trùng nhau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khác với map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Vẫn lưu phần tử theo thứ tự </a:t>
            </a:r>
            <a:r>
              <a:rPr sz="1800" b="1">
                <a:solidFill>
                  <a:srgbClr val="222B38"/>
                </a:solidFill>
                <a:latin typeface="Calibri"/>
              </a:rPr>
              <a:t>key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hỗ trợ truy cập value qua </a:t>
            </a:r>
            <a:r>
              <a:rPr sz="1709" b="0">
                <a:solidFill>
                  <a:srgbClr val="3598DB"/>
                </a:solidFill>
                <a:latin typeface="Consolas"/>
              </a:rPr>
              <a:t>map[key]</a:t>
            </a:r>
            <a:r>
              <a:rPr sz="1800" b="0">
                <a:solidFill>
                  <a:srgbClr val="222B38"/>
                </a:solidFill>
                <a:latin typeface="Calibri"/>
              </a:rPr>
              <a:t> (vì key có thể trùng)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hỗ trợ chỉ số như mảng/vector, "chỉ số" ở đây chính là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mp.insert(make_pair(1,2)); mp.insert(make_pair(1,3));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mp.insert(make_pair(2,2)); mp.insert(make_pair(2,3));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mp.size(); // 4, giu ca key trung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find() trong multimap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iterator tới cặp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key tương ứng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cặp cùng key thì chỉ lấy được cặp xuất hiện sớm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Độ phức tạp O(logN) như 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mp.insert(make_pair(2,3)); mp.insert(make_pair(2,1)); mp.insert(make_pair(2,4));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mp.find(2);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it-&gt;first &lt;&lt; " " &lt;&lt; it-&gt;second; // 2 3 (cap dau tien co key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erase() và count() trong multimap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erase(key)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</a:t>
            </a:r>
            <a:r>
              <a:rPr sz="2000" b="1">
                <a:solidFill>
                  <a:srgbClr val="222B38"/>
                </a:solidFill>
                <a:latin typeface="Calibri"/>
              </a:rPr>
              <a:t>TẤT CẢ</a:t>
            </a:r>
            <a:r>
              <a:rPr sz="2000" b="0">
                <a:solidFill>
                  <a:srgbClr val="222B38"/>
                </a:solidFill>
                <a:latin typeface="Calibri"/>
              </a:rPr>
              <a:t> cặp có key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xóa </a:t>
            </a:r>
            <a:r>
              <a:rPr sz="2000" b="1">
                <a:solidFill>
                  <a:srgbClr val="222B38"/>
                </a:solidFill>
                <a:latin typeface="Calibri"/>
              </a:rPr>
              <a:t>1 cặp duy nhất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phải xóa qua </a:t>
            </a:r>
            <a:r>
              <a:rPr sz="2000" b="1">
                <a:solidFill>
                  <a:srgbClr val="222B38"/>
                </a:solidFill>
                <a:latin typeface="Calibri"/>
              </a:rPr>
              <a:t>iterator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count(key)</a:t>
            </a:r>
            <a:r>
              <a:rPr sz="2000" b="0">
                <a:solidFill>
                  <a:srgbClr val="222B38"/>
                </a:solidFill>
                <a:latin typeface="Calibri"/>
              </a:rPr>
              <a:t>: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cặp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key đó (có thể &gt;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mp.erase(2);  // xoa het cac cap co key =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mp.count(2); // vd: 3 (co 3 cap key=2)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mp.count(28); //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Multimap = map nhưng </a:t>
            </a:r>
            <a:r>
              <a:rPr sz="1800" b="1">
                <a:solidFill>
                  <a:srgbClr val="222B38"/>
                </a:solidFill>
                <a:latin typeface="Calibri"/>
              </a:rPr>
              <a:t>cho phép key trùng</a:t>
            </a:r>
            <a:r>
              <a:rPr sz="1800" b="0">
                <a:solidFill>
                  <a:srgbClr val="222B38"/>
                </a:solidFill>
                <a:latin typeface="Calibri"/>
              </a:rPr>
              <a:t>, vẫn sắp key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dùng được cú pháp </a:t>
            </a:r>
            <a:r>
              <a:rPr sz="1709" b="0">
                <a:solidFill>
                  <a:srgbClr val="3598DB"/>
                </a:solidFill>
                <a:latin typeface="Consolas"/>
              </a:rPr>
              <a:t>map[key]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find()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trả cặp đầu tiên;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erase(key)</a:t>
            </a:r>
            <a:r>
              <a:rPr sz="1800" b="0">
                <a:solidFill>
                  <a:srgbClr val="222B38"/>
                </a:solidFill>
                <a:latin typeface="Calibri"/>
              </a:rPr>
              <a:t> xóa toàn bộ cặp trùng key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count(key)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biết số cặp trùng key, khác map chỉ trả 0/1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