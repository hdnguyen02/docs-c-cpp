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Câu Lệnh Break Và Continue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Break và Continue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khiển luồng chạy bên trong vòng lặp (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do-while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: dừng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ngay lập tức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continue</a:t>
            </a:r>
            <a:r>
              <a:rPr sz="1800" b="0">
                <a:solidFill>
                  <a:srgbClr val="222B38"/>
                </a:solidFill>
                <a:latin typeface="Calibri"/>
              </a:rPr>
              <a:t>: bỏ qua phần còn lại, sang </a:t>
            </a:r>
            <a:r>
              <a:rPr sz="1800" b="1">
                <a:solidFill>
                  <a:srgbClr val="222B38"/>
                </a:solidFill>
                <a:latin typeface="Calibri"/>
              </a:rPr>
              <a:t>lần lặp kế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Với vòng lặp lồng nhau: chỉ tác động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gần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chứa nó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Break: dừng vòng lặp ngay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 lệnh sau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vòng lặp đó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chạy nữa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Vòng lặp kết thúc ngay tại vị trí đặt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&lt;= 5;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 codelab\n", 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if(i == 3)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 programming 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dừng hẳn sau khi in "3 codelab"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dùng break: tìm rồi dừng sớm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746250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554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UCLN của a, 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mn = a &lt; b ? a :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mn; i &gt;= 1; i--){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 % i == 0 &amp;&amp; b % i ==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printf("%d", i);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chữ số chẵn đầu tiên từ phải sang của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while(n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% 2 == 0){ printf("%d", n % 10);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/=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Break với vòng lặp lồng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thoát vòng lặp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trong cùng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chứa nó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Vòng lặp bên ngoài vẫn tiếp tục chạy bình thường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&lt;= 2;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1; j &lt;= 5; j++){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printf("codelab\n");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if(j == 2) break;  // chỉ dừng vòng j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printf("C programming 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Continue: bỏ qua, sang vòng lặp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Lệnh sau </a:t>
            </a:r>
            <a:r>
              <a:rPr sz="1900" b="0">
                <a:solidFill>
                  <a:srgbClr val="3598DB"/>
                </a:solidFill>
                <a:latin typeface="Consolas"/>
              </a:rPr>
              <a:t>continue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lần lặp đó </a:t>
            </a:r>
            <a:r>
              <a:rPr sz="2000" b="1">
                <a:solidFill>
                  <a:srgbClr val="222B38"/>
                </a:solidFill>
                <a:latin typeface="Calibri"/>
              </a:rPr>
              <a:t>bị bỏ qua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Vòng lặp vẫn tiếp tục, khác hẳn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&lt;= 4;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printf("codelab\n");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if(i % 2 == 0) continue;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i chẵn: bỏ qua dòng in "C"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dùng continue: tổng số dương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 = 0,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while(1){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0) continue;      // bỏ qua số âm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if(n == 0) break;   // 0 thì dừng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tong +=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tong);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dừng hẳn</a:t>
            </a:r>
            <a:r>
              <a:rPr sz="1800" b="0">
                <a:solidFill>
                  <a:srgbClr val="222B38"/>
                </a:solidFill>
                <a:latin typeface="Calibri"/>
              </a:rPr>
              <a:t> vòng lặp;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continue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bỏ qua</a:t>
            </a:r>
            <a:r>
              <a:rPr sz="1800" b="0">
                <a:solidFill>
                  <a:srgbClr val="222B38"/>
                </a:solidFill>
                <a:latin typeface="Calibri"/>
              </a:rPr>
              <a:t>, lặp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Cả hai chỉ ảnh hưởng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gần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chứa nó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dùng khi đã có kết quả, không cần lặp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continue</a:t>
            </a:r>
            <a:r>
              <a:rPr sz="1800" b="0">
                <a:solidFill>
                  <a:srgbClr val="222B38"/>
                </a:solidFill>
                <a:latin typeface="Calibri"/>
              </a:rPr>
              <a:t> dùng khi muốn </a:t>
            </a:r>
            <a:r>
              <a:rPr sz="1800" b="1">
                <a:solidFill>
                  <a:srgbClr val="222B38"/>
                </a:solidFill>
                <a:latin typeface="Calibri"/>
              </a:rPr>
              <a:t>loại trừ</a:t>
            </a:r>
            <a:r>
              <a:rPr sz="1800" b="0">
                <a:solidFill>
                  <a:srgbClr val="222B38"/>
                </a:solidFill>
                <a:latin typeface="Calibri"/>
              </a:rPr>
              <a:t> một số trường hợp trong vòng lặp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