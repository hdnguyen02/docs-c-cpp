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Cộng, Trừ, Nhân 2 Ma Trận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Điều kiện cộng, trừ 2 ma trận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Hai ma trận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cùng số hàng và số cột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tổng: </a:t>
            </a:r>
            <a:r>
              <a:rPr sz="1900" b="0">
                <a:solidFill>
                  <a:srgbClr val="3598DB"/>
                </a:solidFill>
                <a:latin typeface="Consolas"/>
              </a:rPr>
              <a:t>C[i][j] = A[i][j] + B[i][j]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hiệu: </a:t>
            </a:r>
            <a:r>
              <a:rPr sz="1900" b="0">
                <a:solidFill>
                  <a:srgbClr val="3598DB"/>
                </a:solidFill>
                <a:latin typeface="Consolas"/>
              </a:rPr>
              <a:t>C[i][j] = A[i][j] - B[i][j]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Cộng, trừ: duyệt từng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Duyệt for lồng nhau, tính trực tiếp từng vị trí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tong[3][4], hieu[3][4];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 m; j++)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tong[i][j] = a[i][j] + b[i][j];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hieu[i][j] = a[i][j] - b[i][j];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Điều kiện nhân 2 ma trận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A cỡ </a:t>
            </a:r>
            <a:r>
              <a:rPr sz="1900" b="0">
                <a:solidFill>
                  <a:srgbClr val="3598DB"/>
                </a:solidFill>
                <a:latin typeface="Consolas"/>
              </a:rPr>
              <a:t>n×m</a:t>
            </a:r>
            <a:r>
              <a:rPr sz="2000" b="0">
                <a:solidFill>
                  <a:srgbClr val="222B38"/>
                </a:solidFill>
                <a:latin typeface="Calibri"/>
              </a:rPr>
              <a:t>, B cỡ </a:t>
            </a:r>
            <a:r>
              <a:rPr sz="1900" b="0">
                <a:solidFill>
                  <a:srgbClr val="3598DB"/>
                </a:solidFill>
                <a:latin typeface="Consolas"/>
              </a:rPr>
              <a:t>p×q</a:t>
            </a:r>
            <a:r>
              <a:rPr sz="2000" b="0">
                <a:solidFill>
                  <a:srgbClr val="222B38"/>
                </a:solidFill>
                <a:latin typeface="Calibri"/>
              </a:rPr>
              <a:t>: nhân được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 A = hàng B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C có cỡ </a:t>
            </a:r>
            <a:r>
              <a:rPr sz="1900" b="0">
                <a:solidFill>
                  <a:srgbClr val="3598DB"/>
                </a:solidFill>
                <a:latin typeface="Consolas"/>
              </a:rPr>
              <a:t>n×q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VD: A(3×4)×B(4×2)=C(3×2); A(2×4)×B(2×3)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nhân được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Công thức tính phần tử C[i][j]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C[i][j] = Σ A[i][k] * B[k][j]</a:t>
            </a:r>
            <a:r>
              <a:rPr sz="2000" b="0">
                <a:solidFill>
                  <a:srgbClr val="222B38"/>
                </a:solidFill>
                <a:latin typeface="Calibri"/>
              </a:rPr>
              <a:t>,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k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từ 0 tới m-1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Nhân từng phần tử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hàng i của A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 j của B</a:t>
            </a:r>
            <a:r>
              <a:rPr sz="2000" b="0">
                <a:solidFill>
                  <a:srgbClr val="222B38"/>
                </a:solidFill>
                <a:latin typeface="Calibri"/>
              </a:rPr>
              <a:t> rồi cộng dồn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Nhân 2 ma trận: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3 vòng for lồng nhau: i (hàng C), j (cột C), k (cộng dồn)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197862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44166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a[2][3] = {{1, 2, 3}, {4, 5, 6}};   // n = 2, m =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b[3][2] = {{10, 11}, {20, 22}, {30, 33}};  // q =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c[2][2];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 q; j++)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c[i][j]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 (int k = 0; k &lt; m; k++)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c[i][j] += a[i][k] * b[k][j];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140 154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320 352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Cộng/trừ: cần </a:t>
            </a:r>
            <a:r>
              <a:rPr sz="1700" b="1">
                <a:solidFill>
                  <a:srgbClr val="222B38"/>
                </a:solidFill>
                <a:latin typeface="Calibri"/>
              </a:rPr>
              <a:t>cùng cỡ</a:t>
            </a:r>
            <a:r>
              <a:rPr sz="1700" b="0">
                <a:solidFill>
                  <a:srgbClr val="222B38"/>
                </a:solidFill>
                <a:latin typeface="Calibri"/>
              </a:rPr>
              <a:t>, tính trực tiếp từng phần tử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Nhân: cần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cột A = số hàng B</a:t>
            </a:r>
            <a:r>
              <a:rPr sz="1700" b="0">
                <a:solidFill>
                  <a:srgbClr val="222B38"/>
                </a:solidFill>
                <a:latin typeface="Calibri"/>
              </a:rPr>
              <a:t>, kết quả cỡ n×q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Nhân ma trận luôn cần </a:t>
            </a:r>
            <a:r>
              <a:rPr sz="1700" b="1">
                <a:solidFill>
                  <a:srgbClr val="222B38"/>
                </a:solidFill>
                <a:latin typeface="Calibri"/>
              </a:rPr>
              <a:t>3 vòng for lồng nhau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Mảng khai báo bằng biến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 a[n][m]</a:t>
            </a:r>
            <a:r>
              <a:rPr sz="1700" b="0">
                <a:solidFill>
                  <a:srgbClr val="222B38"/>
                </a:solidFill>
                <a:latin typeface="Calibri"/>
              </a:rPr>
              <a:t> (VLA) </a:t>
            </a:r>
            <a:r>
              <a:rPr sz="1700" b="1">
                <a:solidFill>
                  <a:srgbClr val="222B38"/>
                </a:solidFill>
                <a:latin typeface="Calibri"/>
              </a:rPr>
              <a:t>không khởi tạo được</a:t>
            </a:r>
            <a:r>
              <a:rPr sz="1700" b="0">
                <a:solidFill>
                  <a:srgbClr val="222B38"/>
                </a:solidFill>
                <a:latin typeface="Calibri"/>
              </a:rPr>
              <a:t> bằng </a:t>
            </a:r>
            <a:r>
              <a:rPr sz="1614" b="0">
                <a:solidFill>
                  <a:srgbClr val="3598DB"/>
                </a:solidFill>
                <a:latin typeface="Consolas"/>
              </a:rPr>
              <a:t>{...}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Nhầm điều kiện m = p là lỗi thường gặp nhất khi nhân ma trận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