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Phạm Vi Biến Và Lớp Lưu Trữ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Hai câu hỏi về một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Phạm vi</a:t>
            </a:r>
            <a:r>
              <a:rPr sz="2000" b="0">
                <a:solidFill>
                  <a:srgbClr val="222B38"/>
                </a:solidFill>
                <a:latin typeface="Calibri"/>
              </a:rPr>
              <a:t> (scope): tên biến dùng được ở đâu trong code?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Thời gian tồn tại</a:t>
            </a:r>
            <a:r>
              <a:rPr sz="2000" b="0">
                <a:solidFill>
                  <a:srgbClr val="222B38"/>
                </a:solidFill>
                <a:latin typeface="Calibri"/>
              </a:rPr>
              <a:t>: biến sống bao lâu khi chạy?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Lớp lưu trữ</a:t>
            </a:r>
            <a:r>
              <a:rPr sz="2000" b="0">
                <a:solidFill>
                  <a:srgbClr val="222B38"/>
                </a:solidFill>
                <a:latin typeface="Calibri"/>
              </a:rPr>
              <a:t> (storage class):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register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static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extern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Khối lệnh và phạm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Khối lệnh là code trong cặp </a:t>
            </a:r>
            <a:r>
              <a:rPr sz="1709" b="0">
                <a:solidFill>
                  <a:srgbClr val="3598DB"/>
                </a:solidFill>
                <a:latin typeface="Consolas"/>
              </a:rPr>
              <a:t>{ }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trong khối chỉ dùng được tới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}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đóng khối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khai báo trong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tồn tại trong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khối con trùng tên sẽ </a:t>
            </a:r>
            <a:r>
              <a:rPr sz="1800" b="1">
                <a:solidFill>
                  <a:srgbClr val="222B38"/>
                </a:solidFill>
                <a:latin typeface="Calibri"/>
              </a:rPr>
              <a:t>che khuất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biến khối cha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b = 20;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2;     // che khuất x bên ngoài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x += 10;       // 12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b không tồn tại ở đây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x);  //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cục bộ và biến toàn cục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0395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Cục bộ</a:t>
            </a:r>
            <a:r>
              <a:rPr sz="1800" b="0">
                <a:solidFill>
                  <a:srgbClr val="222B38"/>
                </a:solidFill>
                <a:latin typeface="Calibri"/>
              </a:rPr>
              <a:t>: trong hàm/khối, tạo mới mỗi lần gọi, chưa khởi tạo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rác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Toàn cục</a:t>
            </a:r>
            <a:r>
              <a:rPr sz="1800" b="0">
                <a:solidFill>
                  <a:srgbClr val="222B38"/>
                </a:solidFill>
                <a:latin typeface="Calibri"/>
              </a:rPr>
              <a:t>: ngoài mọi hàm, sống suốt chương trình, mặc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Hạn chế biến toàn cục: hàm nào cũng sửa được, khó kiểm soát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59175"/>
            <a:ext cx="10765231" cy="3179063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05479"/>
            <a:ext cx="10362895" cy="2886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int dem = 0;          // toàn cục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void tang(void){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int k = 5;        // cục bộ của tang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dem++;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int k = 100;      // k khác, không liên quan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tang(); tang();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    printf("%d %d\n", dem, k);   // 2 100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auto và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</a:t>
            </a:r>
            <a:r>
              <a:rPr sz="2000" b="0">
                <a:solidFill>
                  <a:srgbClr val="222B38"/>
                </a:solidFill>
                <a:latin typeface="Calibri"/>
              </a:rPr>
              <a:t>: lớp mặc định của biến cục bộ, hầu như không ai viết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Trong C, </a:t>
            </a:r>
            <a:r>
              <a:rPr sz="1900" b="0">
                <a:solidFill>
                  <a:srgbClr val="3598DB"/>
                </a:solidFill>
                <a:latin typeface="Consolas"/>
              </a:rPr>
              <a:t>auto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</a:t>
            </a:r>
            <a:r>
              <a:rPr sz="2000" b="0">
                <a:solidFill>
                  <a:srgbClr val="222B38"/>
                </a:solidFill>
                <a:latin typeface="Calibri"/>
              </a:rPr>
              <a:t> suy luận kiểu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register</a:t>
            </a:r>
            <a:r>
              <a:rPr sz="2000" b="0">
                <a:solidFill>
                  <a:srgbClr val="222B38"/>
                </a:solidFill>
                <a:latin typeface="Calibri"/>
              </a:rPr>
              <a:t>: gợi ý lưu trong thanh ghi,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lấy được địa chỉ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int y = 10;     // giống hệt int y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register int i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&amp;i  -&gt; lỗi: address of register variable requested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static trong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Khởi tạo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lần duy nhất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giữ giá trị giữa các lần gọi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Phạm vi vẫn chỉ trong hàm, mặc định bằng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Giá trị khởi tạo phải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hằng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thuong(void){ int dem = 0; dem++; printf("%d ", dem);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tinh(void){ static int dem = 0; dem++; printf("%d ", dem);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gọi 3 lần mỗi hàm: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thuong: 1 1 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tinh  : 1 2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static toàn cục và extern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static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biến/hàm toàn cục: </a:t>
            </a:r>
            <a:r>
              <a:rPr sz="2000" b="1">
                <a:solidFill>
                  <a:srgbClr val="222B38"/>
                </a:solidFill>
                <a:latin typeface="Calibri"/>
              </a:rPr>
              <a:t>chỉ dùng trong file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extern</a:t>
            </a:r>
            <a:r>
              <a:rPr sz="2000" b="0">
                <a:solidFill>
                  <a:srgbClr val="222B38"/>
                </a:solidFill>
                <a:latin typeface="Calibri"/>
              </a:rPr>
              <a:t>: khai báo biến toàn cục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định nghĩa ở file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Định nghĩa đúng 1 lần, khai báo </a:t>
            </a:r>
            <a:r>
              <a:rPr sz="1900" b="0">
                <a:solidFill>
                  <a:srgbClr val="3598DB"/>
                </a:solidFill>
                <a:latin typeface="Consolas"/>
              </a:rPr>
              <a:t>extern</a:t>
            </a:r>
            <a:r>
              <a:rPr sz="2000" b="0">
                <a:solidFill>
                  <a:srgbClr val="222B38"/>
                </a:solidFill>
                <a:latin typeface="Calibri"/>
              </a:rPr>
              <a:t> bao nhiêu lần cũng được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dem.c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tongSo = 0;             // định nghĩa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cong(int x){ tongSo += x;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main.c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extern int tongSo;          // khai báo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cong(int 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cong(10); cong(18); -&gt; tongSo = 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gcc -std=c11 main.c dem.c -o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Tổng kết các loại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Cục bộ: trong khối, sống tới hết khối, mặc định rác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Cục bộ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static</a:t>
            </a:r>
            <a:r>
              <a:rPr sz="1800" b="0">
                <a:solidFill>
                  <a:srgbClr val="222B38"/>
                </a:solidFill>
                <a:latin typeface="Calibri"/>
              </a:rPr>
              <a:t>: trong khối, sống suốt chương trình, mặc định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Toàn cục: cả file (+ file khác qua </a:t>
            </a:r>
            <a:r>
              <a:rPr sz="1709" b="0">
                <a:solidFill>
                  <a:srgbClr val="3598DB"/>
                </a:solidFill>
                <a:latin typeface="Consolas"/>
              </a:rPr>
              <a:t>extern</a:t>
            </a:r>
            <a:r>
              <a:rPr sz="1800" b="0">
                <a:solidFill>
                  <a:srgbClr val="222B38"/>
                </a:solidFill>
                <a:latin typeface="Calibri"/>
              </a:rPr>
              <a:t>), mặc định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Toàn cục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static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chỉ trong file, sống suốt chương trình, mặc định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Phạm Vi Biến Và Lớp Lưu Trữ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chỉ dùng được trong khối </a:t>
            </a:r>
            <a:r>
              <a:rPr sz="1709" b="0">
                <a:solidFill>
                  <a:srgbClr val="3598DB"/>
                </a:solidFill>
                <a:latin typeface="Consolas"/>
              </a:rPr>
              <a:t>{ }</a:t>
            </a:r>
            <a:r>
              <a:rPr sz="1800" b="0">
                <a:solidFill>
                  <a:srgbClr val="222B38"/>
                </a:solidFill>
                <a:latin typeface="Calibri"/>
              </a:rPr>
              <a:t> khai báo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khởi tạo biến cục bộ, tránh giá trị rác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static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hàm giữ giá trị giữa các lần gọi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Ưu tiên tham số/giá trị trả về thay vì biến toàn cục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