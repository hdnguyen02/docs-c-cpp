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Chuẩn Hóa Tên Và Email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bài toán chuẩn hóa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1</a:t>
            </a:r>
            <a:r>
              <a:rPr sz="1800" b="0">
                <a:solidFill>
                  <a:srgbClr val="222B38"/>
                </a:solidFill>
                <a:latin typeface="Calibri"/>
              </a:rPr>
              <a:t>: xóa dấu cách thừa, viết hoa chữ đầu mỗi từ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2</a:t>
            </a:r>
            <a:r>
              <a:rPr sz="1800" b="0">
                <a:solidFill>
                  <a:srgbClr val="222B38"/>
                </a:solidFill>
                <a:latin typeface="Calibri"/>
              </a:rPr>
              <a:t>: đảo thứ tự, in tên trước rồi tới họ đệm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Bài 3</a:t>
            </a:r>
            <a:r>
              <a:rPr sz="1800" b="0">
                <a:solidFill>
                  <a:srgbClr val="222B38"/>
                </a:solidFill>
                <a:latin typeface="Calibri"/>
              </a:rPr>
              <a:t>: cấp email tự động từ tên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Cách làm chung: </a:t>
            </a:r>
            <a:r>
              <a:rPr sz="1800" b="1">
                <a:solidFill>
                  <a:srgbClr val="222B38"/>
                </a:solidFill>
                <a:latin typeface="Calibri"/>
              </a:rPr>
              <a:t>tách từ (strtok) → xử lý từng từ → gộp lại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Chuẩn hóa: viết hoa đầu từ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name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phải là mảng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char[]</a:t>
            </a:r>
            <a:r>
              <a:rPr sz="2000" b="0">
                <a:solidFill>
                  <a:srgbClr val="222B38"/>
                </a:solidFill>
                <a:latin typeface="Calibri"/>
              </a:rPr>
              <a:t> 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strtok</a:t>
            </a:r>
            <a:r>
              <a:rPr sz="2000" b="0">
                <a:solidFill>
                  <a:srgbClr val="222B38"/>
                </a:solidFill>
                <a:latin typeface="Calibri"/>
              </a:rPr>
              <a:t> sửa chuỗi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thêm dấu cách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thứ 2 trở đi: không thừa cách cuối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name[] = "tran  VAn  TeCH28", res[100] = "";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*w = strtok(name, " "); w; w = strtok(NULL, " ")){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w[0] = (char)toupper((unsigned char)w[0]);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1; w[j];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w[j] = (char)tolower((unsigned char)w[j]);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if(res[0] != '\0') strcat(res, "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strcat(res, w);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res = "Tran Van Tech28"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lưu vào mảng?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in theo thứ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khác</a:t>
            </a:r>
            <a:r>
              <a:rPr sz="2000" b="0">
                <a:solidFill>
                  <a:srgbClr val="222B38"/>
                </a:solidFill>
                <a:latin typeface="Calibri"/>
              </a:rPr>
              <a:t> thứ tự nhập thì phải lưu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Danh sách từ: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2 chiều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v[100][50]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Biến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đếm số từ, tên nằm ở </a:t>
            </a:r>
            <a:r>
              <a:rPr sz="1900" b="0">
                <a:solidFill>
                  <a:srgbClr val="3598DB"/>
                </a:solidFill>
                <a:latin typeface="Consolas"/>
              </a:rPr>
              <a:t>v[n - 1]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tên trước, họ đệm sau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từ,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strcpy</a:t>
            </a:r>
            <a:r>
              <a:rPr sz="2000" b="0">
                <a:solidFill>
                  <a:srgbClr val="222B38"/>
                </a:solidFill>
                <a:latin typeface="Calibri"/>
              </a:rPr>
              <a:t> vào </a:t>
            </a:r>
            <a:r>
              <a:rPr sz="1900" b="0">
                <a:solidFill>
                  <a:srgbClr val="3598DB"/>
                </a:solidFill>
                <a:latin typeface="Consolas"/>
              </a:rPr>
              <a:t>v[n]</a:t>
            </a:r>
            <a:r>
              <a:rPr sz="2000" b="0">
                <a:solidFill>
                  <a:srgbClr val="222B38"/>
                </a:solidFill>
                <a:latin typeface="Calibri"/>
              </a:rPr>
              <a:t>, chuẩn hóa rồi tăng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</a:t>
            </a:r>
            <a:r>
              <a:rPr sz="1900" b="0">
                <a:solidFill>
                  <a:srgbClr val="3598DB"/>
                </a:solidFill>
                <a:latin typeface="Consolas"/>
              </a:rPr>
              <a:t>v[n - 1]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trước, sau đó </a:t>
            </a:r>
            <a:r>
              <a:rPr sz="1900" b="0">
                <a:solidFill>
                  <a:srgbClr val="3598DB"/>
                </a:solidFill>
                <a:latin typeface="Consolas"/>
              </a:rPr>
              <a:t>v[0]</a:t>
            </a:r>
            <a:r>
              <a:rPr sz="2000" b="0">
                <a:solidFill>
                  <a:srgbClr val="222B38"/>
                </a:solidFill>
                <a:latin typeface="Calibri"/>
              </a:rPr>
              <a:t> .. </a:t>
            </a:r>
            <a:r>
              <a:rPr sz="1900" b="0">
                <a:solidFill>
                  <a:srgbClr val="3598DB"/>
                </a:solidFill>
                <a:latin typeface="Consolas"/>
              </a:rPr>
              <a:t>v[n - 2]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v[100][50]; int n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for(char *w = strtok(name, " "); w; w = strtok(NULL, " ")){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strcpy(v[n], w);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convert(v[n]);          // viet hoa chu dau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printf("%s", v[n - 1]);          // Tech28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 - 1;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 %s", v[i]);         // Tran Van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Cấp email theo tên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Email = </a:t>
            </a:r>
            <a:r>
              <a:rPr sz="2000" b="1">
                <a:solidFill>
                  <a:srgbClr val="222B38"/>
                </a:solidFill>
                <a:latin typeface="Calibri"/>
              </a:rPr>
              <a:t>tên</a:t>
            </a:r>
            <a:r>
              <a:rPr sz="2000" b="0">
                <a:solidFill>
                  <a:srgbClr val="222B38"/>
                </a:solidFill>
                <a:latin typeface="Calibri"/>
              </a:rPr>
              <a:t> + chữ cái đầu của </a:t>
            </a:r>
            <a:r>
              <a:rPr sz="2000" b="1">
                <a:solidFill>
                  <a:srgbClr val="222B38"/>
                </a:solidFill>
                <a:latin typeface="Calibri"/>
              </a:rPr>
              <a:t>họ và đệm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Nối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 ký tự</a:t>
            </a:r>
            <a:r>
              <a:rPr sz="2000" b="0">
                <a:solidFill>
                  <a:srgbClr val="222B38"/>
                </a:solidFill>
                <a:latin typeface="Calibri"/>
              </a:rPr>
              <a:t>: ghi vào vị trí </a:t>
            </a:r>
            <a:r>
              <a:rPr sz="1900" b="0">
                <a:solidFill>
                  <a:srgbClr val="3598DB"/>
                </a:solidFill>
                <a:latin typeface="Consolas"/>
              </a:rPr>
              <a:t>len</a:t>
            </a:r>
            <a:r>
              <a:rPr sz="2000" b="0">
                <a:solidFill>
                  <a:srgbClr val="222B38"/>
                </a:solidFill>
                <a:latin typeface="Calibri"/>
              </a:rPr>
              <a:t>, đặt lại </a:t>
            </a:r>
            <a:r>
              <a:rPr sz="1900" b="0">
                <a:solidFill>
                  <a:srgbClr val="3598DB"/>
                </a:solidFill>
                <a:latin typeface="Consolas"/>
              </a:rPr>
              <a:t>'\0'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strcat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nối chuỗi với chuỗi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v = {"tran", "van", "long"} (da doi ve thuong)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email[100];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strcpy(email, v[n - 1]);            // ten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len = (int)strlen(email);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 - 1;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email[len++] = v[i][0];         // chu cai dau ho dem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email[len] = '\0';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strcat(email, "@codelab.dev");     // longtv@codelab.dev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Chuẩn Hóa Tên Và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hóa chuỗi: </a:t>
            </a:r>
            <a:r>
              <a:rPr sz="1800" b="1">
                <a:solidFill>
                  <a:srgbClr val="222B38"/>
                </a:solidFill>
                <a:latin typeface="Calibri"/>
              </a:rPr>
              <a:t>tách từ → xử lý từng từ → gộp lại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strtok</a:t>
            </a:r>
            <a:r>
              <a:rPr sz="1800" b="0">
                <a:solidFill>
                  <a:srgbClr val="222B38"/>
                </a:solidFill>
                <a:latin typeface="Calibri"/>
              </a:rPr>
              <a:t> sửa chuỗi gốc: dùng mảng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char[]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dùng chuỗi hằng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2 chiều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cần xử lý các từ theo thứ tự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toàn chuỗi về thường trước khi lấy chữ cái đầu cấp 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