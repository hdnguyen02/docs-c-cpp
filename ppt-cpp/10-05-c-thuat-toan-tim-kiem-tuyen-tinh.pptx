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Thuật Toán Tìm Kiếm Tuyến Tính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Linear search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Tìm kiếm phần tử X có xuất hiện trong mảng A[] không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Thuật toán tìm kiếm </a:t>
            </a:r>
            <a:r>
              <a:rPr sz="2000" b="1">
                <a:solidFill>
                  <a:srgbClr val="222B38"/>
                </a:solidFill>
                <a:latin typeface="Calibri"/>
              </a:rPr>
              <a:t>đơn giản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đòi hỏi</a:t>
            </a:r>
            <a:r>
              <a:rPr sz="2000" b="0">
                <a:solidFill>
                  <a:srgbClr val="222B38"/>
                </a:solidFill>
                <a:latin typeface="Calibri"/>
              </a:rPr>
              <a:t> mảng phải sắp xếp (khác binary search)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800" b="1">
                <a:solidFill>
                  <a:srgbClr val="222B38"/>
                </a:solidFill>
                <a:latin typeface="Calibri"/>
              </a:rPr>
              <a:t>tuần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từng phần tử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Gặp phần tử bằng X → kết luận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tìm thấy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hết mảng không gặp → kết luận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tìm thấy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1800" b="1">
                <a:solidFill>
                  <a:srgbClr val="222B38"/>
                </a:solidFill>
                <a:latin typeface="Calibri"/>
              </a:rPr>
              <a:t>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tìm kiếm tuyến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161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true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false</a:t>
            </a:r>
            <a:r>
              <a:rPr sz="20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#include &lt;stdbool.h&gt;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3294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79598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linear_search(int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x)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a={1,3,2,4,1,5,8,9,2,3}, x=8 -&gt; printf("FOUND\n")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đầu tiên của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firstPos(int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x) return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-1;   // khong tim thay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a={6,1,2,4,3,10,9,3,8,6}, x=3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pos = firstPos(a, n, 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if(pos != -1) printf("Vi tri dau tien cua %d : %d\n", x, pos); //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đếm số lần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count(int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res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x) ++res;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a={6,1,2,4,3,10,9,3,8,6}, x=3 -&gt; res 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Linear search không cần mảng đã sắp xếp, độ phức tạp </a:t>
            </a:r>
            <a:r>
              <a:rPr sz="18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thể: vị trí đầu tiên, vị trí cuối cùng, đếm số lần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-1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không tìm thấy, kiểm tra trước khi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a[pos]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Đơn giản nhưng chậm hơn binary search với mảng lớn đã sắp xếp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