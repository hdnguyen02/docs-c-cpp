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Switch Case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Switch case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Cách khác để kiểm tra </a:t>
            </a:r>
            <a:r>
              <a:rPr sz="1800" b="1">
                <a:solidFill>
                  <a:srgbClr val="222B38"/>
                </a:solidFill>
                <a:latin typeface="Calibri"/>
              </a:rPr>
              <a:t>nhiều giá trị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1 biến, gọn hơn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 if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So sánh </a:t>
            </a:r>
            <a:r>
              <a:rPr sz="1709" b="0">
                <a:solidFill>
                  <a:srgbClr val="3598DB"/>
                </a:solidFill>
                <a:latin typeface="Consolas"/>
              </a:rPr>
              <a:t>value</a:t>
            </a:r>
            <a:r>
              <a:rPr sz="1800" b="0">
                <a:solidFill>
                  <a:srgbClr val="222B38"/>
                </a:solidFill>
                <a:latin typeface="Calibri"/>
              </a:rPr>
              <a:t> lần lượt với từng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khớp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nào thì chạy </a:t>
            </a:r>
            <a:r>
              <a:rPr sz="1709" b="0">
                <a:solidFill>
                  <a:srgbClr val="3598DB"/>
                </a:solidFill>
                <a:latin typeface="Consolas"/>
              </a:rPr>
              <a:t>default</a:t>
            </a:r>
            <a:r>
              <a:rPr sz="1800" b="0">
                <a:solidFill>
                  <a:srgbClr val="222B38"/>
                </a:solidFill>
                <a:latin typeface="Calibri"/>
              </a:rPr>
              <a:t> (tương tự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value</a:t>
            </a:r>
            <a:r>
              <a:rPr sz="1800" b="0">
                <a:solidFill>
                  <a:srgbClr val="222B38"/>
                </a:solidFill>
                <a:latin typeface="Calibri"/>
              </a:rPr>
              <a:t> phải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số nguyên</a:t>
            </a:r>
            <a:r>
              <a:rPr sz="1800" b="0">
                <a:solidFill>
                  <a:srgbClr val="222B38"/>
                </a:solidFill>
                <a:latin typeface="Calibri"/>
              </a:rPr>
              <a:t> (</a:t>
            </a:r>
            <a:r>
              <a:rPr sz="1709" b="0">
                <a:solidFill>
                  <a:srgbClr val="3598DB"/>
                </a:solidFill>
                <a:latin typeface="Consolas"/>
              </a:rPr>
              <a:t>int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char</a:t>
            </a:r>
            <a:r>
              <a:rPr sz="1800" b="0">
                <a:solidFill>
                  <a:srgbClr val="222B38"/>
                </a:solidFill>
                <a:latin typeface="Calibri"/>
              </a:rPr>
              <a:t>...),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hằng số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49221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5525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switch(value){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c1: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c2: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default: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Luồng chạy và lưu ý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Khớp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nào thì chạy khối lệnh của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đó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cần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</a:t>
            </a:r>
            <a:r>
              <a:rPr sz="1800" b="1">
                <a:solidFill>
                  <a:srgbClr val="222B38"/>
                </a:solidFill>
                <a:latin typeface="Calibri"/>
              </a:rPr>
              <a:t>kết thúc</a:t>
            </a:r>
            <a:r>
              <a:rPr sz="1800" b="0">
                <a:solidFill>
                  <a:srgbClr val="222B38"/>
                </a:solidFill>
                <a:latin typeface="Calibri"/>
              </a:rPr>
              <a:t> switch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Thiếu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: chạy tiếp các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bên dưới dù không khớp (rơi xuyên)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Nhiều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liên tiếp không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dùng chung 1 khối lệnh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Có break và thiếu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n = 3 với có break chỉ in THREE; n = 2 thiếu break in từ TWO trở xuống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995881"/>
            <a:ext cx="10765231" cy="411683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2185"/>
            <a:ext cx="10362895" cy="3824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switch(n){                       // n = 3 -&gt; THREE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1: printf("ONE\n");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2: printf("TWO\n");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3: printf("THREE\n");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default: printf("DEFAULT\n");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switch(n){                       // n = 2 -&gt; TWO THREE DEFAULT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1: printf("ONE\n");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2: printf("TWO\n");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3: printf("THREE\n");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default: printf("DEFAULT\n");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máy tính theo toán tử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Đọc ký tự toán tử bằng scanf(" %c"), mỗi case một phép tính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399842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46146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op;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scanf(" %c", &amp;op);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switch(op){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'+': printf("%d\n", a + b);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'-': printf("%d\n", a - b);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'*': printf("%d\n", a * b);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'/': printf("%d\n", a / b);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default: printf("INVALID INPUT\n");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gộp case (số ngày trong tháng)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Nhiều case liên tiếp không break dùng chung khối lệnh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995881"/>
            <a:ext cx="10765231" cy="411683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2185"/>
            <a:ext cx="10362895" cy="3824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switch(m){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1: case 3: case 5: case 7: case 8: case 10: case 12: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printf("31\n");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4: case 6: case 9: case 11: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printf("30\n");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2: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if((y % 400 == 0) || (y % 4 == 0 &amp;&amp; y % 100 != 0))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printf("29\n");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printf("28\n");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default: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printf("Du lieu khong hop le !\n");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switch</a:t>
            </a:r>
            <a:r>
              <a:rPr sz="1800" b="0">
                <a:solidFill>
                  <a:srgbClr val="222B38"/>
                </a:solidFill>
                <a:latin typeface="Calibri"/>
              </a:rPr>
              <a:t> so khớp giá trị </a:t>
            </a:r>
            <a:r>
              <a:rPr sz="1709" b="0">
                <a:solidFill>
                  <a:srgbClr val="3598DB"/>
                </a:solidFill>
                <a:latin typeface="Consolas"/>
              </a:rPr>
              <a:t>value</a:t>
            </a:r>
            <a:r>
              <a:rPr sz="1800" b="0">
                <a:solidFill>
                  <a:srgbClr val="222B38"/>
                </a:solidFill>
                <a:latin typeface="Calibri"/>
              </a:rPr>
              <a:t> với từng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hằng số nguyên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Luôn nhớ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 ở cuối mỗi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, trừ khi cố ý gộp nhánh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default</a:t>
            </a:r>
            <a:r>
              <a:rPr sz="1800" b="0">
                <a:solidFill>
                  <a:srgbClr val="222B38"/>
                </a:solidFill>
                <a:latin typeface="Calibri"/>
              </a:rPr>
              <a:t> đóng vai trò như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bắt buộc phải có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Nhiều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liền nhau không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 = dùng chung 1 xử lý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