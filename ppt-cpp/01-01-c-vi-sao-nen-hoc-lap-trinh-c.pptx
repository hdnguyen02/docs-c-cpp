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Vì Sao Nên Học Lập Trình C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Vì sao chọn C để bắt đầu?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Vì Sao Nên Học Lập Trình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Rất nhiều ngôn ngữ: C/C++, Python, PHP, Java, JavaScript, Go...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Ngôn ngữ chỉ là công cụ, kiến thức mới quan trọng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 là lựa chọn nền tảng phù hợp để học lập trình đầu tiên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 là ngôn ngữ nền tảng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Vì Sao Nên Học Lập Trình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C</a:t>
            </a:r>
            <a:r>
              <a:rPr sz="1800" b="0">
                <a:solidFill>
                  <a:srgbClr val="222B38"/>
                </a:solidFill>
                <a:latin typeface="Calibri"/>
              </a:rPr>
              <a:t> và </a:t>
            </a:r>
            <a:r>
              <a:rPr sz="1800" b="1">
                <a:solidFill>
                  <a:srgbClr val="222B38"/>
                </a:solidFill>
                <a:latin typeface="Calibri"/>
              </a:rPr>
              <a:t>C++</a:t>
            </a:r>
            <a:r>
              <a:rPr sz="1800" b="0">
                <a:solidFill>
                  <a:srgbClr val="222B38"/>
                </a:solidFill>
                <a:latin typeface="Calibri"/>
              </a:rPr>
              <a:t> là 2 ngôn ngữ khác nhau nhưng hay đi cùng nhau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C++, Java, C#, JavaScript, Go đều mượn cú pháp của 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Thành thạo C giúp học ngôn ngữ khác nhanh hơn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Học C là bước đệm tốt trước khi học </a:t>
            </a:r>
            <a:r>
              <a:rPr sz="1800" b="1">
                <a:solidFill>
                  <a:srgbClr val="222B38"/>
                </a:solidFill>
                <a:latin typeface="Calibri"/>
              </a:rPr>
              <a:t>C++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Nhỏ gọn, dễ tiếp cận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Vì Sao Nên Học Lập Trình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Chỉ khoảng 40+ </a:t>
            </a:r>
            <a:r>
              <a:rPr sz="2000" b="1">
                <a:solidFill>
                  <a:srgbClr val="222B38"/>
                </a:solidFill>
                <a:latin typeface="Calibri"/>
              </a:rPr>
              <a:t>từ khoá</a:t>
            </a:r>
            <a:r>
              <a:rPr sz="2000" b="0">
                <a:solidFill>
                  <a:srgbClr val="222B38"/>
                </a:solidFill>
                <a:latin typeface="Calibri"/>
              </a:rPr>
              <a:t>, cú pháp ngắn gọn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Dễ học hơn lời đồn, dễ hơn cả Assembly, Prolog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Thấy khó là bình thường, học lập trình nào cũng khó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Hiểu máy tính và bộ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Vì Sao Nên Học Lập Trình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Tự làm việc với kiểu dữ liệu, </a:t>
            </a:r>
            <a:r>
              <a:rPr sz="2000" b="1">
                <a:solidFill>
                  <a:srgbClr val="222B38"/>
                </a:solidFill>
                <a:latin typeface="Calibri"/>
              </a:rPr>
              <a:t>địa chỉ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2000" b="1">
                <a:solidFill>
                  <a:srgbClr val="222B38"/>
                </a:solidFill>
                <a:latin typeface="Calibri"/>
              </a:rPr>
              <a:t>con trỏ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Tự cấp phát, giải phóng bộ nhớ bằng </a:t>
            </a:r>
            <a:r>
              <a:rPr sz="1900" b="0">
                <a:solidFill>
                  <a:srgbClr val="3598DB"/>
                </a:solidFill>
                <a:latin typeface="Consolas"/>
              </a:rPr>
              <a:t>malloc</a:t>
            </a:r>
            <a:r>
              <a:rPr sz="2000" b="0">
                <a:solidFill>
                  <a:srgbClr val="222B38"/>
                </a:solidFill>
                <a:latin typeface="Calibri"/>
              </a:rPr>
              <a:t> / </a:t>
            </a:r>
            <a:r>
              <a:rPr sz="1900" b="0">
                <a:solidFill>
                  <a:srgbClr val="3598DB"/>
                </a:solidFill>
                <a:latin typeface="Consolas"/>
              </a:rPr>
              <a:t>free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Hiểu biến, mảng nằm ở đâu, vì sao chương trình lỗi bộ nhớ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Lập trình hệ thống và nhúng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Vì Sao Nên Học Lập Trình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Viết nhân Linux, CPython, SQLite, PostgreSQL, Git, Redis, Nginx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Ngôn ngữ mặc định cho vi điều khiển, Arduino, STM32, IoT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Nhanh, tốn ít bộ nhớ, thao tác trực tiếp với phần cứng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Cộng đồng, trường học, tốc độ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Vì Sao Nên Học Lập Trình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Tài liệu, video dồi dào, cộng đồng hỏi đáp đông đảo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Dạy ở nhiều đại học: UET, PTIT, UIT, HUST...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Biên dịch ra mã máy, thuộc nhóm chạy </a:t>
            </a:r>
            <a:r>
              <a:rPr sz="1800" b="1">
                <a:solidFill>
                  <a:srgbClr val="222B38"/>
                </a:solidFill>
                <a:latin typeface="Calibri"/>
              </a:rPr>
              <a:t>nhanh nhất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Không có sẵn </a:t>
            </a:r>
            <a:r>
              <a:rPr sz="1709" b="0">
                <a:solidFill>
                  <a:srgbClr val="3598DB"/>
                </a:solidFill>
                <a:latin typeface="Consolas"/>
              </a:rPr>
              <a:t>vector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sort</a:t>
            </a:r>
            <a:r>
              <a:rPr sz="1800" b="0">
                <a:solidFill>
                  <a:srgbClr val="222B38"/>
                </a:solidFill>
                <a:latin typeface="Calibri"/>
              </a:rPr>
              <a:t>: tự cài đặt, hiểu sâu thuật toán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Vì Sao Nên Học Lập Trình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C</a:t>
            </a:r>
            <a:r>
              <a:rPr sz="1800" b="0">
                <a:solidFill>
                  <a:srgbClr val="222B38"/>
                </a:solidFill>
                <a:latin typeface="Calibri"/>
              </a:rPr>
              <a:t> là ngôn ngữ nền tảng, học xong dễ chuyển ngôn ngữ khác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Học C là học cách máy tính và bộ nhớ hoạt động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 là ngôn ngữ chính của lập trình hệ thống và nhúng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Nhỏ gọn, chạy nhanh, tài liệu và cộng đồng rất lớn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