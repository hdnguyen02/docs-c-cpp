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For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Vòng lặp For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một khối lệnh nhiều lần mà không phải viết lại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1000 dòng chữ: viết 1 lệnh </a:t>
            </a:r>
            <a:r>
              <a:rPr sz="1900" b="0">
                <a:solidFill>
                  <a:srgbClr val="3598DB"/>
                </a:solidFill>
                <a:latin typeface="Consolas"/>
              </a:rPr>
              <a:t>printf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cho lặp 1000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(khởi_tạo; điều_kiện; cập_nhật)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khối lệnh lặp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Ba thành phần và thứ tự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Khởi tạo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đúng 1 lần khi bắt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trước mỗi vòng, sai thì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Khối lệnh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khi điều kiện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cuối mỗi vòng, rồi quay lại kiểm tra điều kiện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4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1 đến 4, mỗi vòng in một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i = 5</a:t>
            </a:r>
            <a:r>
              <a:rPr sz="2000" b="0">
                <a:solidFill>
                  <a:srgbClr val="222B38"/>
                </a:solidFill>
                <a:latin typeface="Calibri"/>
              </a:rPr>
              <a:t> điều kiện sai, vòng lặp 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4;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printf("codelab.dev\n");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xuôi và đếm ngược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Xuôi: tăng biến đếm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i++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Ngược: giảm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i--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đảo điều kiện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 printf("%d ", i);   // 1 2 3 ...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n; i &gt;= 0; i--)  printf("%d ", i);   // n ... 1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ước số và giai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Mẫu chung: duyệt 1 → n, kiểm tra hoặc cộng dồn vào biến tích luỹ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96871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3175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các ước của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printf("%d ",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tổng các ước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tong +=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giai thừa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giaithua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giaithua *= 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For khuyết thành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điều kiện lặp thì lặp vĩnh viễn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cả 3 phần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for(;;)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là vòng lặp vô hạn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thoát phải nhảy ra ngoài (bài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goto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; i++) { ... }   // vô hạn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(; ;)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== 28) goto nhan;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nhan: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printf("Ket thuc !!!\n");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For hợp với bài toán </a:t>
            </a:r>
            <a:r>
              <a:rPr sz="18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luôn được kiểm tra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khai báo trong phần khởi tạo (từ C99) chỉ sống trong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cập nhật biến đếm là nguyên nhân phổ biến gây lặp vô hạn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