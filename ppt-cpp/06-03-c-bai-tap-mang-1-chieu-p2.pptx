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Mảng 1 Chiều P2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quan: đếm, liệt kê và tần suất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109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3 bài toán: </a:t>
            </a:r>
            <a:r>
              <a:rPr sz="1700" b="1">
                <a:solidFill>
                  <a:srgbClr val="222B38"/>
                </a:solidFill>
                <a:latin typeface="Calibri"/>
              </a:rPr>
              <a:t>đếm giá trị khác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700" b="1">
                <a:solidFill>
                  <a:srgbClr val="222B38"/>
                </a:solidFill>
                <a:latin typeface="Calibri"/>
              </a:rPr>
              <a:t>liệt kê giá trị khác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700" b="1">
                <a:solidFill>
                  <a:srgbClr val="222B38"/>
                </a:solidFill>
                <a:latin typeface="Calibri"/>
              </a:rPr>
              <a:t>tần suất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Cốt lõi chung: kiểm tra phần tử </a:t>
            </a:r>
            <a:r>
              <a:rPr sz="1700" b="1">
                <a:solidFill>
                  <a:srgbClr val="222B38"/>
                </a:solidFill>
                <a:latin typeface="Calibri"/>
              </a:rPr>
              <a:t>đã xuất hiện trước đó</a:t>
            </a:r>
            <a:r>
              <a:rPr sz="1700" b="0">
                <a:solidFill>
                  <a:srgbClr val="222B38"/>
                </a:solidFill>
                <a:latin typeface="Calibri"/>
              </a:rPr>
              <a:t> chưa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số giá trị khác nhau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Với mỗi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, kiểm tra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xuất hiện ở đoạn </a:t>
            </a:r>
            <a:r>
              <a:rPr sz="1900" b="0">
                <a:solidFill>
                  <a:srgbClr val="3598DB"/>
                </a:solidFill>
                <a:latin typeface="Consolas"/>
              </a:rPr>
              <a:t>[0, i-1]</a:t>
            </a:r>
            <a:r>
              <a:rPr sz="2000" b="0">
                <a:solidFill>
                  <a:srgbClr val="222B38"/>
                </a:solidFill>
                <a:latin typeface="Calibri"/>
              </a:rPr>
              <a:t> chưa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Chưa từng xuất hiện ⇒ tính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1 giá trị khác nhau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res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check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i;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a[j]){ check = 0;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if(check == 1) ++res;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res);   //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các giá trị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đúng thuật toán ở slide trước, thay vì đếm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in ra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liệt kê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thứ tự xuất hiện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liệt kê tăng dần thì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sắp xếp mảng trước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check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i;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a[j]){ check = 0;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if(check == 1) printf("%d ", a[i]);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3 4 5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Tần suất phần tử - cách 1 (không dùng mảng phụ)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4159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  <a:r>
              <a:rPr sz="1800" b="0">
                <a:solidFill>
                  <a:srgbClr val="222B38"/>
                </a:solidFill>
                <a:latin typeface="Calibri"/>
              </a:rPr>
              <a:t> chưa xuất hiện trước đó, đếm số lần nó xuất hiện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i+1</a:t>
            </a:r>
            <a:r>
              <a:rPr sz="1800" b="0">
                <a:solidFill>
                  <a:srgbClr val="222B38"/>
                </a:solidFill>
                <a:latin typeface="Calibri"/>
              </a:rPr>
              <a:t> tới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giá trị chỉ được in tần suất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1 lần</a:t>
            </a:r>
            <a:r>
              <a:rPr sz="1800" b="0">
                <a:solidFill>
                  <a:srgbClr val="222B38"/>
                </a:solidFill>
                <a:latin typeface="Calibri"/>
              </a:rPr>
              <a:t>, ở lần gặp đầu tiên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22879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9183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check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i; j++) if(a[i]==a[j]){ check=0;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if(check == 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for(int j = i+1; j &lt; n; j++) if(a[i]==a[j])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printf("%d xuat hien %d lan\n", a[i], dem);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Tần suất phần tử - cách 2 (dùng mảng đánh dấu)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6613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phụ </a:t>
            </a:r>
            <a:r>
              <a:rPr sz="1709" b="0">
                <a:solidFill>
                  <a:srgbClr val="3598DB"/>
                </a:solidFill>
                <a:latin typeface="Consolas"/>
              </a:rPr>
              <a:t>b[]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đánh dấu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đã được tính</a:t>
            </a:r>
            <a:r>
              <a:rPr sz="1800" b="0">
                <a:solidFill>
                  <a:srgbClr val="222B38"/>
                </a:solidFill>
                <a:latin typeface="Calibri"/>
              </a:rPr>
              <a:t>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: 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b[i]==0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đếm và đánh dấu mọi vị trí trùng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b[j]=1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Tránh việc phải xét lại đoạn </a:t>
            </a:r>
            <a:r>
              <a:rPr sz="1709" b="0">
                <a:solidFill>
                  <a:srgbClr val="3598DB"/>
                </a:solidFill>
                <a:latin typeface="Consolas"/>
              </a:rPr>
              <a:t>[0, i-1]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 cách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34918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1222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b[10]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if(b[i] ==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for(int j = i+1; j &lt; n;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if(a[i]==a[j]){ ++dem; b[j] = 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printf("%d xuat hien %d lan\n", a[i], dem);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Khuôn chung: kiểm tra phần tử đã xuất hiện ở đoạn trước chưa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khác nhau và liệt kê khác nhau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1 thuật toán</a:t>
            </a:r>
            <a:r>
              <a:rPr sz="1800" b="0">
                <a:solidFill>
                  <a:srgbClr val="222B38"/>
                </a:solidFill>
                <a:latin typeface="Calibri"/>
              </a:rPr>
              <a:t>, chỉ khác hành động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giúp tránh so sánh lại phần tử đã tính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cơ bản O(n²); bài sau tối ưu bằng mảng đánh dấu, sắp xếp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