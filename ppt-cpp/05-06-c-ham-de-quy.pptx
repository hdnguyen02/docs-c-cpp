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Đệ Quy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Đệ quy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đệ quy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hàm gọi lại chính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Nền tảng của nhiều thuật toán: Quick sort, Merge sort, DFS, Cây phân đoạn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demNguoc(int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printf("%d ",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demNguoc(n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demNguoc(4) in: 4 3 2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Hai phần bắt buộc của mọi hàm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dừng</a:t>
            </a:r>
            <a:r>
              <a:rPr sz="1800" b="0">
                <a:solidFill>
                  <a:srgbClr val="222B38"/>
                </a:solidFill>
                <a:latin typeface="Calibri"/>
              </a:rPr>
              <a:t> (base case): trường hợp đã biết kết quả, không gọi đệ quy nữa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Bước đệ quy</a:t>
            </a:r>
            <a:r>
              <a:rPr sz="1800" b="0">
                <a:solidFill>
                  <a:srgbClr val="222B38"/>
                </a:solidFill>
                <a:latin typeface="Calibri"/>
              </a:rPr>
              <a:t>: tính bài toán lớn dựa vào bài toán con nhỏ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điều kiện dừng ⇒ hàm gọi chính nó </a:t>
            </a:r>
            <a:r>
              <a:rPr sz="1800" b="1">
                <a:solidFill>
                  <a:srgbClr val="222B38"/>
                </a:solidFill>
                <a:latin typeface="Calibri"/>
              </a:rPr>
              <a:t>vô hạn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Lần vết một hàm đệ quy có giá trị trả về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sum(3) = 3 + sum(2) = 3+2+sum(1) = 3+2+1+sum(0); sum(0)=0 nên kết quả cộng ngược lại =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6562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Lời gọi đi xuống dần tới bài toán cơ sở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sum(0) =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quả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cộng dồn khi các lời gọi lần lượt trả về</a:t>
            </a:r>
            <a:r>
              <a:rPr sz="2000" b="0">
                <a:solidFill>
                  <a:srgbClr val="222B38"/>
                </a:solidFill>
                <a:latin typeface="Calibri"/>
              </a:rPr>
              <a:t> (đi lên)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72038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6669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sum(int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== 0)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n + sum(n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Thứ tự lệnh trước và sau lời gọi đệ quy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đặt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lời gọi đệ quy: chạy theo thứ tự n=4,3,2,1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đặt </a:t>
            </a:r>
            <a:r>
              <a:rPr sz="2000" b="1">
                <a:solidFill>
                  <a:srgbClr val="222B38"/>
                </a:solidFill>
                <a:latin typeface="Calibri"/>
              </a:rPr>
              <a:t>sau</a:t>
            </a:r>
            <a:r>
              <a:rPr sz="2000" b="0">
                <a:solidFill>
                  <a:srgbClr val="222B38"/>
                </a:solidFill>
                <a:latin typeface="Calibri"/>
              </a:rPr>
              <a:t> lời gọi đệ quy: chạy ngược lại, từ n=0 lên n=4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Lý do: hàm gọi sau cùng (n=0) lại kết thúc trước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dequy(int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&gt;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printf("goi n=%d\n",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dequy(n - 1);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printf("n=%d ket thuc\n",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Công thức truy hồi qua các ví dụ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Fibonacci: cơ sở F(0)=0, F(1)=1; truy hồi F(n)=F(n-1)+F(n-2)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Giai thừa: cơ sở 0!=1; truy hồi n!=n*(n-1)!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Tổng chữ số: cơ sở Sum(n)=n nếu n&lt;10; truy hồi Sum(n)=n%10+Sum(n/10)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F(int n){ return (n==0||n==1) ? n : F(n-1)+F(n-2);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giaithua(int n){ return n==0 ? 1 : n*giaithua(n-1);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tongchuso(int n){ return n&lt;10 ? n : n%10 + tongchuso(n/10);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Stack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lời gọi hàm chiếm </a:t>
            </a:r>
            <a:r>
              <a:rPr sz="2000" b="1">
                <a:solidFill>
                  <a:srgbClr val="222B38"/>
                </a:solidFill>
                <a:latin typeface="Calibri"/>
              </a:rPr>
              <a:t>1 khung nhớ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bộ nhớ ngăn xếp (stack)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Thiếu điều kiện dừng ⇒ gọi đệ quy liên tục không kết thúc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Stack đầy ⇒ chương trình bị </a:t>
            </a:r>
            <a:r>
              <a:rPr sz="2000" b="1">
                <a:solidFill>
                  <a:srgbClr val="222B38"/>
                </a:solidFill>
                <a:latin typeface="Calibri"/>
              </a:rPr>
              <a:t>dừng đột ngột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loop(){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printf("codelab\n");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loop();   // không có điều kiện dừng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Đệ Quy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hàm đệ quy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dừng</a:t>
            </a:r>
            <a:r>
              <a:rPr sz="1800" b="0">
                <a:solidFill>
                  <a:srgbClr val="222B38"/>
                </a:solidFill>
                <a:latin typeface="Calibri"/>
              </a:rPr>
              <a:t> + </a:t>
            </a:r>
            <a:r>
              <a:rPr sz="1800" b="1">
                <a:solidFill>
                  <a:srgbClr val="222B38"/>
                </a:solidFill>
                <a:latin typeface="Calibri"/>
              </a:rPr>
              <a:t>công thức truy hồi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điều kiện dừng ⇒ </a:t>
            </a:r>
            <a:r>
              <a:rPr sz="1800" b="1">
                <a:solidFill>
                  <a:srgbClr val="222B38"/>
                </a:solidFill>
                <a:latin typeface="Calibri"/>
              </a:rPr>
              <a:t>Stack Overflow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Lệnh trước/sau lời gọi đệ quy chạy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thứ tự ngược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Đệ quy tính trực tiếp (như Fibonacci) có thể chạy rất chậm khi n lớn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