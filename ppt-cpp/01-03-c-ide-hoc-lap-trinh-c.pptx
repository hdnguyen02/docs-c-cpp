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IDE Học Lập Trình C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IDE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IDE Học Lập Trình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6230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IDE</a:t>
            </a:r>
            <a:r>
              <a:rPr sz="1800" b="0">
                <a:solidFill>
                  <a:srgbClr val="222B38"/>
                </a:solidFill>
                <a:latin typeface="Calibri"/>
              </a:rPr>
              <a:t> = Integrated Development Environment (môi trường phát triển tích hợp)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Gồm soạn thảo code, biên dịch, gỡ lỗi, kiểm thử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2 phần chính: </a:t>
            </a:r>
            <a:r>
              <a:rPr sz="1800" b="1">
                <a:solidFill>
                  <a:srgbClr val="222B38"/>
                </a:solidFill>
                <a:latin typeface="Calibri"/>
              </a:rPr>
              <a:t>Text Editor</a:t>
            </a:r>
            <a:r>
              <a:rPr sz="1800" b="0">
                <a:solidFill>
                  <a:srgbClr val="222B38"/>
                </a:solidFill>
                <a:latin typeface="Calibri"/>
              </a:rPr>
              <a:t> (soạn thảo) và </a:t>
            </a:r>
            <a:r>
              <a:rPr sz="1800" b="1">
                <a:solidFill>
                  <a:srgbClr val="222B38"/>
                </a:solidFill>
                <a:latin typeface="Calibri"/>
              </a:rPr>
              <a:t>Compiler</a:t>
            </a:r>
            <a:r>
              <a:rPr sz="1800" b="0">
                <a:solidFill>
                  <a:srgbClr val="222B38"/>
                </a:solidFill>
                <a:latin typeface="Calibri"/>
              </a:rPr>
              <a:t> (biên dịch)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Vì sao cần biên dịch?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IDE Học Lập Trình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 là ngôn ngữ bậc cao, máy tính không chạy trực tiếp được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Compiler</a:t>
            </a:r>
            <a:r>
              <a:rPr sz="2000" b="0">
                <a:solidFill>
                  <a:srgbClr val="222B38"/>
                </a:solidFill>
                <a:latin typeface="Calibri"/>
              </a:rPr>
              <a:t> dịch mã nguồn sang mã máy (file .exe) để thực thi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Mã nguồn C lưu trong file đuôi </a:t>
            </a:r>
            <a:r>
              <a:rPr sz="2000" b="1">
                <a:solidFill>
                  <a:srgbClr val="222B38"/>
                </a:solidFill>
                <a:latin typeface="Calibri"/>
              </a:rPr>
              <a:t>.c</a:t>
            </a:r>
            <a:r>
              <a:rPr sz="2000" b="0">
                <a:solidFill>
                  <a:srgbClr val="222B38"/>
                </a:solidFill>
                <a:latin typeface="Calibri"/>
              </a:rPr>
              <a:t>, khác file </a:t>
            </a:r>
            <a:r>
              <a:rPr sz="1900" b="0">
                <a:solidFill>
                  <a:srgbClr val="3598DB"/>
                </a:solidFill>
                <a:latin typeface="Consolas"/>
              </a:rPr>
              <a:t>.cpp</a:t>
            </a:r>
            <a:r>
              <a:rPr sz="2000" b="0">
                <a:solidFill>
                  <a:srgbClr val="222B38"/>
                </a:solidFill>
                <a:latin typeface="Calibri"/>
              </a:rPr>
              <a:t> của C++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80688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26992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printf("codelab\n");  ---&gt;  Compiler (gcc)  ---&gt;  0101010101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(mã nguồn .c)                                  (mã máy)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 IDE và Text Editor phổ biến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IDE Học Lập Trình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DevC++, Codeblock, Visual Studio Code, XCode (MacOS), Sublime Text, VIM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Newbie nên chọn công cụ dễ cài, dễ làm quen trước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Kỹ năng code quan trọng hơn IDE đang dùng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Lựa chọn cho người mới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IDE Học Lập Trình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DevC++</a:t>
            </a:r>
            <a:r>
              <a:rPr sz="1800" b="0">
                <a:solidFill>
                  <a:srgbClr val="222B38"/>
                </a:solidFill>
                <a:latin typeface="Calibri"/>
              </a:rPr>
              <a:t> phù hợp newbie: miễn phí, dễ cài, gọn nhẹ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Tích hợp sẵn Text Editor và Compiler (MinGW có </a:t>
            </a:r>
            <a:r>
              <a:rPr sz="1709" b="0">
                <a:solidFill>
                  <a:srgbClr val="3598DB"/>
                </a:solidFill>
                <a:latin typeface="Consolas"/>
              </a:rPr>
              <a:t>gcc</a:t>
            </a:r>
            <a:r>
              <a:rPr sz="18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Lưu file chọn kiểu </a:t>
            </a:r>
            <a:r>
              <a:rPr sz="1800" b="1">
                <a:solidFill>
                  <a:srgbClr val="222B38"/>
                </a:solidFill>
                <a:latin typeface="Calibri"/>
              </a:rPr>
              <a:t>C source files (*.c)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Máy Mac: dùng </a:t>
            </a:r>
            <a:r>
              <a:rPr sz="1800" b="1">
                <a:solidFill>
                  <a:srgbClr val="222B38"/>
                </a:solidFill>
                <a:latin typeface="Calibri"/>
              </a:rPr>
              <a:t>XCode</a:t>
            </a:r>
            <a:r>
              <a:rPr sz="1800" b="0">
                <a:solidFill>
                  <a:srgbClr val="222B38"/>
                </a:solidFill>
                <a:latin typeface="Calibri"/>
              </a:rPr>
              <a:t> hoặc VSCode/Sublime (DevC++ chỉ có Windows)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Biên dịch file .c bằng gcc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IDE Học Lập Trình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gcc</a:t>
            </a:r>
            <a:r>
              <a:rPr sz="2000" b="0">
                <a:solidFill>
                  <a:srgbClr val="222B38"/>
                </a:solidFill>
                <a:latin typeface="Calibri"/>
              </a:rPr>
              <a:t> là trình biên dịch C phổ biến nhất, macOS dùng </a:t>
            </a:r>
            <a:r>
              <a:rPr sz="2000" b="1">
                <a:solidFill>
                  <a:srgbClr val="222B38"/>
                </a:solidFill>
                <a:latin typeface="Calibri"/>
              </a:rPr>
              <a:t>clang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-std=c11</a:t>
            </a:r>
            <a:r>
              <a:rPr sz="2000" b="0">
                <a:solidFill>
                  <a:srgbClr val="222B38"/>
                </a:solidFill>
                <a:latin typeface="Calibri"/>
              </a:rPr>
              <a:t>: chuẩn C11; </a:t>
            </a:r>
            <a:r>
              <a:rPr sz="1900" b="0">
                <a:solidFill>
                  <a:srgbClr val="3598DB"/>
                </a:solidFill>
                <a:latin typeface="Consolas"/>
              </a:rPr>
              <a:t>-Wall -Wextra</a:t>
            </a:r>
            <a:r>
              <a:rPr sz="2000" b="0">
                <a:solidFill>
                  <a:srgbClr val="222B38"/>
                </a:solidFill>
                <a:latin typeface="Calibri"/>
              </a:rPr>
              <a:t>: bật cảnh báo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-o hello</a:t>
            </a:r>
            <a:r>
              <a:rPr sz="2000" b="0">
                <a:solidFill>
                  <a:srgbClr val="222B38"/>
                </a:solidFill>
                <a:latin typeface="Calibri"/>
              </a:rPr>
              <a:t>: tên file thực thi, bỏ đi thì ra </a:t>
            </a:r>
            <a:r>
              <a:rPr sz="1900" b="0">
                <a:solidFill>
                  <a:srgbClr val="3598DB"/>
                </a:solidFill>
                <a:latin typeface="Consolas"/>
              </a:rPr>
              <a:t>a.out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gcc hello.c -o hello      // biên dịch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./hello                   // chạy (Windows: hello.exe)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lệnh nên dùng khi học: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gcc -std=c11 -Wall -Wextra hello.c -o hello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IDE Học Lập Trình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IDE chỉ là công cụ hỗ trợ, không quyết định trình độ lập trình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Chọn công cụ dễ cài đặt, đủ dùng là được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Mã nguồn C có đuôi </a:t>
            </a:r>
            <a:r>
              <a:rPr sz="1709" b="0">
                <a:solidFill>
                  <a:srgbClr val="3598DB"/>
                </a:solidFill>
                <a:latin typeface="Consolas"/>
              </a:rPr>
              <a:t>.c</a:t>
            </a:r>
            <a:r>
              <a:rPr sz="1800" b="0">
                <a:solidFill>
                  <a:srgbClr val="222B38"/>
                </a:solidFill>
                <a:latin typeface="Calibri"/>
              </a:rPr>
              <a:t>, biên dịch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gcc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Bật </a:t>
            </a:r>
            <a:r>
              <a:rPr sz="1709" b="0">
                <a:solidFill>
                  <a:srgbClr val="3598DB"/>
                </a:solidFill>
                <a:latin typeface="Consolas"/>
              </a:rPr>
              <a:t>-Wall -Wextra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trình biên dịch giúp tìm lỗi sớm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