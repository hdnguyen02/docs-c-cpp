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Chuyển Đổi Chuỗi In Hoa, In Thường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Chuyển hoa/thường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Chuỗi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Đổi toàn bộ chuỗi thành </a:t>
            </a:r>
            <a:r>
              <a:rPr sz="1800" b="1">
                <a:solidFill>
                  <a:srgbClr val="222B38"/>
                </a:solidFill>
                <a:latin typeface="Calibri"/>
              </a:rPr>
              <a:t>in hoa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800" b="1">
                <a:solidFill>
                  <a:srgbClr val="222B38"/>
                </a:solidFill>
                <a:latin typeface="Calibri"/>
              </a:rPr>
              <a:t>in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tolower()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toupper()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ctype.h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từng ký tự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mảng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</a:t>
            </a:r>
            <a:r>
              <a:rPr sz="1800" b="0">
                <a:solidFill>
                  <a:srgbClr val="222B38"/>
                </a:solidFill>
                <a:latin typeface="Calibri"/>
              </a:rPr>
              <a:t> vào hàm là truyền </a:t>
            </a:r>
            <a:r>
              <a:rPr sz="18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: hàm sửa được chuỗi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có</a:t>
            </a:r>
            <a:r>
              <a:rPr sz="1800" b="0">
                <a:solidFill>
                  <a:srgbClr val="222B38"/>
                </a:solidFill>
                <a:latin typeface="Calibri"/>
              </a:rPr>
              <a:t> hàm chuẩn đổi cả chuỗi (</a:t>
            </a:r>
            <a:r>
              <a:rPr sz="1709" b="0">
                <a:solidFill>
                  <a:srgbClr val="3598DB"/>
                </a:solidFill>
                <a:latin typeface="Consolas"/>
              </a:rPr>
              <a:t>strupr</a:t>
            </a:r>
            <a:r>
              <a:rPr sz="1800" b="0">
                <a:solidFill>
                  <a:srgbClr val="222B38"/>
                </a:solidFill>
                <a:latin typeface="Calibri"/>
              </a:rPr>
              <a:t> không chuẩn)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bằng tolower()/toupper()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Chuỗi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Khai báo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 s[]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sửa được, không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 *s = "..."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Ép </a:t>
            </a:r>
            <a:r>
              <a:rPr sz="1900" b="0">
                <a:solidFill>
                  <a:srgbClr val="3598DB"/>
                </a:solidFill>
                <a:latin typeface="Consolas"/>
              </a:rPr>
              <a:t>(unsigned char)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khi gọi hàm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ctype.h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to_lower(char s[]){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for(size_t i = 0; i &lt; strlen(s);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s[i] = (char)tolower((unsigned char)s[i]);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"codelab BLOG";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to_lower(s);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printf("%s\n", s);   // codelab blog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bằng offset ASCII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Chuỗi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hoa và chữ thường lệch nhau </a:t>
            </a:r>
            <a:r>
              <a:rPr sz="2000" b="1">
                <a:solidFill>
                  <a:srgbClr val="222B38"/>
                </a:solidFill>
                <a:latin typeface="Calibri"/>
              </a:rPr>
              <a:t>32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bảng ASCII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 không trả về mảng: ghi kết quả vào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đích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dst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Nhớ đặt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  <a:r>
              <a:rPr sz="2000" b="0">
                <a:solidFill>
                  <a:srgbClr val="222B38"/>
                </a:solidFill>
                <a:latin typeface="Calibri"/>
              </a:rPr>
              <a:t> cuối chuỗi đích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to_lower(const char src[], char dst[]){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i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for(; src[i] != '\0';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dst[i] = src[i];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if(src[i] &gt;= 'A' &amp;&amp; src[i] &lt;= 'Z') dst[i] += 32;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dst[i] = '\0';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Duyệt chuỗi bằng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Chuỗi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Con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p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từ đầu chuỗi tới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*p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ký tự hiện tại, sửa </a:t>
            </a:r>
            <a:r>
              <a:rPr sz="1900" b="0">
                <a:solidFill>
                  <a:srgbClr val="3598DB"/>
                </a:solidFill>
                <a:latin typeface="Consolas"/>
              </a:rPr>
              <a:t>*p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sửa chuỗi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"codelab BLOG strING";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*p = s; *p != '\0'; p++)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*p = (char)tolower((unsigned char)*p);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printf("Lowercase : %s\n", s);  // codelab blog 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trả về con trỏ tới chuỗi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Chuỗi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Sửa tại chỗ rồi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 s</a:t>
            </a:r>
            <a:r>
              <a:rPr sz="2000" b="0">
                <a:solidFill>
                  <a:srgbClr val="222B38"/>
                </a:solidFill>
                <a:latin typeface="Calibri"/>
              </a:rPr>
              <a:t>, giống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strcpy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strcat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được ngay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printf</a:t>
            </a:r>
            <a:r>
              <a:rPr sz="2000" b="0">
                <a:solidFill>
                  <a:srgbClr val="222B38"/>
                </a:solidFill>
                <a:latin typeface="Calibri"/>
              </a:rPr>
              <a:t>; </a:t>
            </a:r>
            <a:r>
              <a:rPr sz="1900" b="0">
                <a:solidFill>
                  <a:srgbClr val="3598DB"/>
                </a:solidFill>
                <a:latin typeface="Consolas"/>
              </a:rPr>
              <a:t>*p</a:t>
            </a:r>
            <a:r>
              <a:rPr sz="2000" b="0">
                <a:solidFill>
                  <a:srgbClr val="222B38"/>
                </a:solidFill>
                <a:latin typeface="Calibri"/>
              </a:rPr>
              <a:t> tương đương </a:t>
            </a:r>
            <a:r>
              <a:rPr sz="1900" b="0">
                <a:solidFill>
                  <a:srgbClr val="3598DB"/>
                </a:solidFill>
                <a:latin typeface="Consolas"/>
              </a:rPr>
              <a:t>*p != '\0'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*str_upper(char *s){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for(char *p = s; *p; p++)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*p = (char)toupper((unsigned char)*p);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printf("%s\n", str_upper(s));   // CODELAB BLOG STRING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Chuỗi In Hoa, In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truyền vào hàm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sửa trong hàm là sửa chuỗi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tolower()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toupper()</a:t>
            </a:r>
            <a:r>
              <a:rPr sz="1800" b="0">
                <a:solidFill>
                  <a:srgbClr val="222B38"/>
                </a:solidFill>
                <a:latin typeface="Calibri"/>
              </a:rPr>
              <a:t> xử lý </a:t>
            </a:r>
            <a:r>
              <a:rPr sz="1800" b="1">
                <a:solidFill>
                  <a:srgbClr val="222B38"/>
                </a:solidFill>
                <a:latin typeface="Calibri"/>
              </a:rPr>
              <a:t>từng ký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, ép </a:t>
            </a:r>
            <a:r>
              <a:rPr sz="1709" b="0">
                <a:solidFill>
                  <a:srgbClr val="3598DB"/>
                </a:solidFill>
                <a:latin typeface="Consolas"/>
              </a:rPr>
              <a:t>(unsigned char)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Tự cài được bằng offset </a:t>
            </a:r>
            <a:r>
              <a:rPr sz="1800" b="1">
                <a:solidFill>
                  <a:srgbClr val="222B38"/>
                </a:solidFill>
                <a:latin typeface="Calibri"/>
              </a:rPr>
              <a:t>32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nhưng phải kiểm tra đúng là chữ cái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sửa chuỗi hằng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 *s = "..."</a:t>
            </a:r>
            <a:r>
              <a:rPr sz="1800" b="0">
                <a:solidFill>
                  <a:srgbClr val="222B38"/>
                </a:solidFill>
                <a:latin typeface="Calibri"/>
              </a:rPr>
              <a:t>; luôn kết thúc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'\0'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