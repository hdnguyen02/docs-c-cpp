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Tài Liệu Học Lập Trình 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 của sách C hiện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Nội dung cũ: vẫn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void main()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conio.h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gets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Ít hoặc không có bài tập đi kèm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trực quan, thiếu ví dụ minh hoạ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Ít hướng dẫn tự cài cấu trúc dữ liệu, thuật toán bằng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Sách C kinh điển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K&amp;R</a:t>
            </a:r>
            <a:r>
              <a:rPr sz="2000" b="0">
                <a:solidFill>
                  <a:srgbClr val="222B38"/>
                </a:solidFill>
                <a:latin typeface="Calibri"/>
              </a:rPr>
              <a:t> - The C Programming Language: chuẩn mực, nhưng theo C89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 Programming: A Modern Approach</a:t>
            </a:r>
            <a:r>
              <a:rPr sz="2000" b="0">
                <a:solidFill>
                  <a:srgbClr val="222B38"/>
                </a:solidFill>
                <a:latin typeface="Calibri"/>
              </a:rPr>
              <a:t> (K. N. King): kỹ, nhiều bài tập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Modern C</a:t>
            </a:r>
            <a:r>
              <a:rPr sz="2000" b="0">
                <a:solidFill>
                  <a:srgbClr val="222B38"/>
                </a:solidFill>
                <a:latin typeface="Calibri"/>
              </a:rPr>
              <a:t> (Jens Gustedt): theo chuẩn mới, học sau phần cơ bản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giảng, video và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Học qua </a:t>
            </a:r>
            <a:r>
              <a:rPr sz="1800" b="1">
                <a:solidFill>
                  <a:srgbClr val="222B38"/>
                </a:solidFill>
                <a:latin typeface="Calibri"/>
              </a:rPr>
              <a:t>video Youtube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tiếp cận code trực quan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Website uy tín: Geeksforgeeks, Programiz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cppreference phần C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tra cứu chính xác hàm thư viện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Kết hợp nhiều nguồn thay vì chỉ đọc một cuốn sách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 và website chấm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Luyện tập bài tập từ dễ tới khó để code giỏi, code nhanh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Ebook đi kèm bài tập giúp học lý thuyết hiệu quả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Website chấm tự động: Hackerrank, Codeforces, VNOI (nộp được bằng C)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Newbie nên luyện code một thời gian rồi mới dùng các site này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học lập trình hiệu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Kiên trì</a:t>
            </a:r>
            <a:r>
              <a:rPr sz="1800" b="0">
                <a:solidFill>
                  <a:srgbClr val="222B38"/>
                </a:solidFill>
                <a:latin typeface="Calibri"/>
              </a:rPr>
              <a:t>: kết quả lập trình không đến 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Chăm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: dành thời gian cố định mỗi ngày để học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Chủ động</a:t>
            </a:r>
            <a:r>
              <a:rPr sz="1800" b="0">
                <a:solidFill>
                  <a:srgbClr val="222B38"/>
                </a:solidFill>
                <a:latin typeface="Calibri"/>
              </a:rPr>
              <a:t>: tự tìm tài liệu, hỏi đáp thay vì chờ người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Thực hành thật nhiều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nhiều bài tập, tăng dần độ khó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một tài liệu duy nhất là đủ, cần kết hợp nhiều nguồn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Sách, video, blog, bài tập bổ trợ lẫn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Cẩn thận sách cũ: </a:t>
            </a:r>
            <a:r>
              <a:rPr sz="1709" b="0">
                <a:solidFill>
                  <a:srgbClr val="3598DB"/>
                </a:solidFill>
                <a:latin typeface="Consolas"/>
              </a:rPr>
              <a:t>void main()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gets</a:t>
            </a:r>
            <a:r>
              <a:rPr sz="1800" b="0">
                <a:solidFill>
                  <a:srgbClr val="222B38"/>
                </a:solidFill>
                <a:latin typeface="Calibri"/>
              </a:rPr>
              <a:t> đã lỗi thời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4 yếu tố quyết định: </a:t>
            </a:r>
            <a:r>
              <a:rPr sz="1800" b="1">
                <a:solidFill>
                  <a:srgbClr val="222B38"/>
                </a:solidFill>
                <a:latin typeface="Calibri"/>
              </a:rPr>
              <a:t>Kiên Trì, Chăm Chỉ, Chủ Động, Thực Hành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