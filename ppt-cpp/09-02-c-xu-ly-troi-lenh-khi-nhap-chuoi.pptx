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Xử Lý Trôi Lệnh Khi Nhập Chuỗi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Hiện tượng trôi lệnh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Xử Lý Trôi Lệnh Khi Nhập Chuỗi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641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Nhập </a:t>
            </a:r>
            <a:r>
              <a:rPr sz="1900" b="0">
                <a:solidFill>
                  <a:srgbClr val="3598DB"/>
                </a:solidFill>
                <a:latin typeface="Consolas"/>
              </a:rPr>
              <a:t>n</a:t>
            </a:r>
            <a:r>
              <a:rPr sz="2000" b="0">
                <a:solidFill>
                  <a:srgbClr val="222B38"/>
                </a:solidFill>
                <a:latin typeface="Calibri"/>
              </a:rPr>
              <a:t>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scanf("%d")</a:t>
            </a:r>
            <a:r>
              <a:rPr sz="2000" b="0">
                <a:solidFill>
                  <a:srgbClr val="222B38"/>
                </a:solidFill>
                <a:latin typeface="Calibri"/>
              </a:rPr>
              <a:t>, xong gọi </a:t>
            </a:r>
            <a:r>
              <a:rPr sz="1900" b="0">
                <a:solidFill>
                  <a:srgbClr val="3598DB"/>
                </a:solidFill>
                <a:latin typeface="Consolas"/>
              </a:rPr>
              <a:t>fgets()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nhập xâu </a:t>
            </a:r>
            <a:r>
              <a:rPr sz="1900" b="0">
                <a:solidFill>
                  <a:srgbClr val="3598DB"/>
                </a:solidFill>
                <a:latin typeface="Consolas"/>
              </a:rPr>
              <a:t>s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fgets()</a:t>
            </a:r>
            <a:r>
              <a:rPr sz="2000" b="0">
                <a:solidFill>
                  <a:srgbClr val="222B38"/>
                </a:solidFill>
                <a:latin typeface="Calibri"/>
              </a:rPr>
              <a:t> bị </a:t>
            </a:r>
            <a:r>
              <a:rPr sz="2000" b="1">
                <a:solidFill>
                  <a:srgbClr val="222B38"/>
                </a:solidFill>
                <a:latin typeface="Calibri"/>
              </a:rPr>
              <a:t>trôi qua</a:t>
            </a:r>
            <a:r>
              <a:rPr sz="2000" b="0">
                <a:solidFill>
                  <a:srgbClr val="222B38"/>
                </a:solidFill>
                <a:latin typeface="Calibri"/>
              </a:rPr>
              <a:t>, không dừng lại để chờ nhập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Kết quả: </a:t>
            </a:r>
            <a:r>
              <a:rPr sz="1900" b="0">
                <a:solidFill>
                  <a:srgbClr val="3598DB"/>
                </a:solidFill>
                <a:latin typeface="Consolas"/>
              </a:rPr>
              <a:t>s</a:t>
            </a:r>
            <a:r>
              <a:rPr sz="2000" b="0">
                <a:solidFill>
                  <a:srgbClr val="222B38"/>
                </a:solidFill>
                <a:latin typeface="Calibri"/>
              </a:rPr>
              <a:t> chỉ chứa </a:t>
            </a:r>
            <a:r>
              <a:rPr sz="1900" b="0">
                <a:solidFill>
                  <a:srgbClr val="3598DB"/>
                </a:solidFill>
                <a:latin typeface="Consolas"/>
              </a:rPr>
              <a:t>"\n"</a:t>
            </a:r>
            <a:r>
              <a:rPr sz="2000" b="0">
                <a:solidFill>
                  <a:srgbClr val="222B38"/>
                </a:solidFill>
                <a:latin typeface="Calibri"/>
              </a:rPr>
              <a:t>, tức một </a:t>
            </a:r>
            <a:r>
              <a:rPr sz="2000" b="1">
                <a:solidFill>
                  <a:srgbClr val="222B38"/>
                </a:solidFill>
                <a:latin typeface="Calibri"/>
              </a:rPr>
              <a:t>dòng rỗng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0425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56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s[100];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scanf("%d", &amp;n);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fgets(s, sizeof(s), stdin);   // bi troi, s = "\n"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Nguyên nhân: ký tự enter còn sót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Xử Lý Trôi Lệnh Khi Nhập Chuỗi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37410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scanf("%d")</a:t>
            </a:r>
            <a:r>
              <a:rPr sz="2000" b="0">
                <a:solidFill>
                  <a:srgbClr val="222B38"/>
                </a:solidFill>
                <a:latin typeface="Calibri"/>
              </a:rPr>
              <a:t> chỉ lấy phần </a:t>
            </a:r>
            <a:r>
              <a:rPr sz="2000" b="1">
                <a:solidFill>
                  <a:srgbClr val="222B38"/>
                </a:solidFill>
                <a:latin typeface="Calibri"/>
              </a:rPr>
              <a:t>giá trị số</a:t>
            </a:r>
            <a:r>
              <a:rPr sz="2000" b="0">
                <a:solidFill>
                  <a:srgbClr val="222B38"/>
                </a:solidFill>
                <a:latin typeface="Calibri"/>
              </a:rPr>
              <a:t>, không lấy ký tự enter cuối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Ký tự enter đó vẫn nằm lại trong </a:t>
            </a:r>
            <a:r>
              <a:rPr sz="2000" b="1">
                <a:solidFill>
                  <a:srgbClr val="222B38"/>
                </a:solidFill>
                <a:latin typeface="Calibri"/>
              </a:rPr>
              <a:t>luồng vào stdin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fgets()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đọc tới khi gặp </a:t>
            </a:r>
            <a:r>
              <a:rPr sz="2000" b="1">
                <a:solidFill>
                  <a:srgbClr val="222B38"/>
                </a:solidFill>
                <a:latin typeface="Calibri"/>
              </a:rPr>
              <a:t>xuống dòng</a:t>
            </a:r>
            <a:r>
              <a:rPr sz="2000" b="0">
                <a:solidFill>
                  <a:srgbClr val="222B38"/>
                </a:solidFill>
                <a:latin typeface="Calibri"/>
              </a:rPr>
              <a:t> → gặp ngay enter sót, dừng liền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05249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51553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Ban go: 2 5 Enter    bo dem: '2' '5' '\n'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scanf("%d") -&gt; n = 25, bo dem con: '\n'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fgets(...)  -&gt; gap '\n' ngay -&gt; s = "\n"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Khi nào không bị trôi lệnh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Xử Lý Trôi Lệnh Khi Nhập Chuỗi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fgets()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đứng ngay sau một </a:t>
            </a:r>
            <a:r>
              <a:rPr sz="1900" b="0">
                <a:solidFill>
                  <a:srgbClr val="3598DB"/>
                </a:solidFill>
                <a:latin typeface="Consolas"/>
              </a:rPr>
              <a:t>fgets()</a:t>
            </a:r>
            <a:r>
              <a:rPr sz="2000" b="0">
                <a:solidFill>
                  <a:srgbClr val="222B38"/>
                </a:solidFill>
                <a:latin typeface="Calibri"/>
              </a:rPr>
              <a:t> khác thì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bị trôi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Vì </a:t>
            </a:r>
            <a:r>
              <a:rPr sz="1900" b="0">
                <a:solidFill>
                  <a:srgbClr val="3598DB"/>
                </a:solidFill>
                <a:latin typeface="Consolas"/>
              </a:rPr>
              <a:t>fgets()</a:t>
            </a:r>
            <a:r>
              <a:rPr sz="2000" b="0">
                <a:solidFill>
                  <a:srgbClr val="222B38"/>
                </a:solidFill>
                <a:latin typeface="Calibri"/>
              </a:rPr>
              <a:t> lấy luôn enter cuối dòng ra khỏi </a:t>
            </a:r>
            <a:r>
              <a:rPr sz="1900" b="0">
                <a:solidFill>
                  <a:srgbClr val="3598DB"/>
                </a:solidFill>
                <a:latin typeface="Consolas"/>
              </a:rPr>
              <a:t>stdin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Điều kiện: dòng không dài hơn kích thước mảng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Khắc phục: đọc bỏ enter thừa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Xử Lý Trôi Lệnh Khi Nhập Chuỗi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1203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Gọi </a:t>
            </a:r>
            <a:r>
              <a:rPr sz="1900" b="0">
                <a:solidFill>
                  <a:srgbClr val="3598DB"/>
                </a:solidFill>
                <a:latin typeface="Consolas"/>
              </a:rPr>
              <a:t>getchar()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2000" b="1">
                <a:solidFill>
                  <a:srgbClr val="222B38"/>
                </a:solidFill>
                <a:latin typeface="Calibri"/>
              </a:rPr>
              <a:t>trước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1900" b="0">
                <a:solidFill>
                  <a:srgbClr val="3598DB"/>
                </a:solidFill>
                <a:latin typeface="Consolas"/>
              </a:rPr>
              <a:t>fgets()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bỏ 1 ký tự enter còn sót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An toàn hơn: vòng lặp bỏ </a:t>
            </a:r>
            <a:r>
              <a:rPr sz="2000" b="1">
                <a:solidFill>
                  <a:srgbClr val="222B38"/>
                </a:solidFill>
                <a:latin typeface="Calibri"/>
              </a:rPr>
              <a:t>toàn bộ</a:t>
            </a:r>
            <a:r>
              <a:rPr sz="2000" b="0">
                <a:solidFill>
                  <a:srgbClr val="222B38"/>
                </a:solidFill>
                <a:latin typeface="Calibri"/>
              </a:rPr>
              <a:t> phần còn lại của dòng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066796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13100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scanf("%d", &amp;n);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getchar();                       // bo 1 ky tu '\n'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hoac bo sach ca dong: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while ((c = getchar()) != '\n' &amp;&amp; c != EOF);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fgets(s, sizeof(s), stdin);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Xoá '\n' ở cuối xâu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Xử Lý Trôi Lệnh Khi Nhập Chuỗi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fgets()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2000" b="1">
                <a:solidFill>
                  <a:srgbClr val="222B38"/>
                </a:solidFill>
                <a:latin typeface="Calibri"/>
              </a:rPr>
              <a:t>giữ lại</a:t>
            </a:r>
            <a:r>
              <a:rPr sz="2000" b="0">
                <a:solidFill>
                  <a:srgbClr val="222B38"/>
                </a:solidFill>
                <a:latin typeface="Calibri"/>
              </a:rPr>
              <a:t> ký tự </a:t>
            </a:r>
            <a:r>
              <a:rPr sz="1900" b="0">
                <a:solidFill>
                  <a:srgbClr val="3598DB"/>
                </a:solidFill>
                <a:latin typeface="Consolas"/>
              </a:rPr>
              <a:t>'\n'</a:t>
            </a:r>
            <a:r>
              <a:rPr sz="2000" b="0">
                <a:solidFill>
                  <a:srgbClr val="222B38"/>
                </a:solidFill>
                <a:latin typeface="Calibri"/>
              </a:rPr>
              <a:t> trong xâu đọc được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strcspn()</a:t>
            </a:r>
            <a:r>
              <a:rPr sz="2000" b="0">
                <a:solidFill>
                  <a:srgbClr val="222B38"/>
                </a:solidFill>
                <a:latin typeface="Calibri"/>
              </a:rPr>
              <a:t> của </a:t>
            </a:r>
            <a:r>
              <a:rPr sz="1900" b="0">
                <a:solidFill>
                  <a:srgbClr val="3598DB"/>
                </a:solidFill>
                <a:latin typeface="Consolas"/>
              </a:rPr>
              <a:t>&lt;string.h&gt;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thay </a:t>
            </a:r>
            <a:r>
              <a:rPr sz="1900" b="0">
                <a:solidFill>
                  <a:srgbClr val="3598DB"/>
                </a:solidFill>
                <a:latin typeface="Consolas"/>
              </a:rPr>
              <a:t>'\n'</a:t>
            </a:r>
            <a:r>
              <a:rPr sz="2000" b="0">
                <a:solidFill>
                  <a:srgbClr val="222B38"/>
                </a:solidFill>
                <a:latin typeface="Calibri"/>
              </a:rPr>
              <a:t>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'\0'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An toàn cả khi xâu không chứa </a:t>
            </a:r>
            <a:r>
              <a:rPr sz="1900" b="0">
                <a:solidFill>
                  <a:srgbClr val="3598DB"/>
                </a:solidFill>
                <a:latin typeface="Consolas"/>
              </a:rPr>
              <a:t>'\n'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80688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26992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fgets(s, sizeof(s), stdin);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s[strcspn(s, "\n")] = '\0';   // xoa '\n' cuoi xau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Cách khác: scanf(" %[^\n]")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Xử Lý Trôi Lệnh Khi Nhập Chuỗi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Dấu cách đầu định dạng: bỏ qua mọi khoảng trắng, kể cả enter thừa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%[^\n]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đọc mọi ký tự tới khi gặp enter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Nên giới hạn độ dài; nhược điểm: không đọc được dòng rỗng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80688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26992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s[100];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scanf(" %99[^\n]", s);   // toi da 99 ky tu den het dong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Xử Lý Trôi Lệnh Khi Nhập Chuỗi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Trôi lệnh xảy ra khi </a:t>
            </a:r>
            <a:r>
              <a:rPr sz="1614" b="0">
                <a:solidFill>
                  <a:srgbClr val="3598DB"/>
                </a:solidFill>
                <a:latin typeface="Consolas"/>
              </a:rPr>
              <a:t>fgets()</a:t>
            </a:r>
            <a:r>
              <a:rPr sz="1700" b="0">
                <a:solidFill>
                  <a:srgbClr val="222B38"/>
                </a:solidFill>
                <a:latin typeface="Calibri"/>
              </a:rPr>
              <a:t> đứng </a:t>
            </a:r>
            <a:r>
              <a:rPr sz="1700" b="1">
                <a:solidFill>
                  <a:srgbClr val="222B38"/>
                </a:solidFill>
                <a:latin typeface="Calibri"/>
              </a:rPr>
              <a:t>ngay sau</a:t>
            </a:r>
            <a:r>
              <a:rPr sz="1700" b="0">
                <a:solidFill>
                  <a:srgbClr val="222B38"/>
                </a:solidFill>
                <a:latin typeface="Calibri"/>
              </a:rPr>
              <a:t> </a:t>
            </a:r>
            <a:r>
              <a:rPr sz="1614" b="0">
                <a:solidFill>
                  <a:srgbClr val="3598DB"/>
                </a:solidFill>
                <a:latin typeface="Consolas"/>
              </a:rPr>
              <a:t>scanf()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Nguyên nhân: enter của </a:t>
            </a:r>
            <a:r>
              <a:rPr sz="1614" b="0">
                <a:solidFill>
                  <a:srgbClr val="3598DB"/>
                </a:solidFill>
                <a:latin typeface="Consolas"/>
              </a:rPr>
              <a:t>scanf()</a:t>
            </a:r>
            <a:r>
              <a:rPr sz="1700" b="0">
                <a:solidFill>
                  <a:srgbClr val="222B38"/>
                </a:solidFill>
                <a:latin typeface="Calibri"/>
              </a:rPr>
              <a:t> còn sót trong </a:t>
            </a:r>
            <a:r>
              <a:rPr sz="1614" b="0">
                <a:solidFill>
                  <a:srgbClr val="3598DB"/>
                </a:solidFill>
                <a:latin typeface="Consolas"/>
              </a:rPr>
              <a:t>stdin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Khắc phục: </a:t>
            </a:r>
            <a:r>
              <a:rPr sz="1614" b="0">
                <a:solidFill>
                  <a:srgbClr val="3598DB"/>
                </a:solidFill>
                <a:latin typeface="Consolas"/>
              </a:rPr>
              <a:t>getchar()</a:t>
            </a:r>
            <a:r>
              <a:rPr sz="1700" b="0">
                <a:solidFill>
                  <a:srgbClr val="222B38"/>
                </a:solidFill>
                <a:latin typeface="Calibri"/>
              </a:rPr>
              <a:t> / vòng lặp bỏ dòng, hoặc </a:t>
            </a:r>
            <a:r>
              <a:rPr sz="1614" b="0">
                <a:solidFill>
                  <a:srgbClr val="3598DB"/>
                </a:solidFill>
                <a:latin typeface="Consolas"/>
              </a:rPr>
              <a:t>scanf(" %[^\n]")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Nhớ xoá </a:t>
            </a:r>
            <a:r>
              <a:rPr sz="1614" b="0">
                <a:solidFill>
                  <a:srgbClr val="3598DB"/>
                </a:solidFill>
                <a:latin typeface="Consolas"/>
              </a:rPr>
              <a:t>'\n'</a:t>
            </a:r>
            <a:r>
              <a:rPr sz="1700" b="0">
                <a:solidFill>
                  <a:srgbClr val="222B38"/>
                </a:solidFill>
                <a:latin typeface="Calibri"/>
              </a:rPr>
              <a:t> cuối xâu bằng </a:t>
            </a:r>
            <a:r>
              <a:rPr sz="1614" b="0">
                <a:solidFill>
                  <a:srgbClr val="3598DB"/>
                </a:solidFill>
                <a:latin typeface="Consolas"/>
              </a:rPr>
              <a:t>strcspn()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1">
                <a:solidFill>
                  <a:srgbClr val="222B38"/>
                </a:solidFill>
                <a:latin typeface="Calibri"/>
              </a:rPr>
              <a:t>Không dùng gets()</a:t>
            </a:r>
            <a:r>
              <a:rPr sz="1700" b="0">
                <a:solidFill>
                  <a:srgbClr val="222B38"/>
                </a:solidFill>
                <a:latin typeface="Calibri"/>
              </a:rPr>
              <a:t>: dễ tràn mảng, đã bị loại khỏi C11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