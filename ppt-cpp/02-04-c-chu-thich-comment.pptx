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Chú Thích - Comment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Comment giúp giải thích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Comment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phải mã nguồn, bị bỏ qua khi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thích ý tưởng để người khác (hoặc chính bạn) đọc lại nhanh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Mô tả thuật toán khi cách cài đặt trở nên phức tạp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Comment làm metadata và hỗ trợ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Metadata</a:t>
            </a:r>
            <a:r>
              <a:rPr sz="2000" b="0">
                <a:solidFill>
                  <a:srgbClr val="222B38"/>
                </a:solidFill>
                <a:latin typeface="Calibri"/>
              </a:rPr>
              <a:t>: mô tả chức năng, thông tin về file mã nguồn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Debugging</a:t>
            </a:r>
            <a:r>
              <a:rPr sz="2000" b="0">
                <a:solidFill>
                  <a:srgbClr val="222B38"/>
                </a:solidFill>
                <a:latin typeface="Calibri"/>
              </a:rPr>
              <a:t>: biến dòng lệnh nghi lỗi thành comment để tạm loại bỏ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xoá code, chỉ cần comment lại rồi mở lại sau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thích trên 1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2 dấu gạch chéo </a:t>
            </a:r>
            <a:r>
              <a:rPr sz="1900" b="0">
                <a:solidFill>
                  <a:srgbClr val="3598DB"/>
                </a:solidFill>
                <a:latin typeface="Consolas"/>
              </a:rPr>
              <a:t>//</a:t>
            </a:r>
            <a:r>
              <a:rPr sz="2000" b="0">
                <a:solidFill>
                  <a:srgbClr val="222B38"/>
                </a:solidFill>
                <a:latin typeface="Calibri"/>
              </a:rPr>
              <a:t> (có từ chuẩn </a:t>
            </a:r>
            <a:r>
              <a:rPr sz="2000" b="1">
                <a:solidFill>
                  <a:srgbClr val="222B38"/>
                </a:solidFill>
                <a:latin typeface="Calibri"/>
              </a:rPr>
              <a:t>C99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Nội dung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//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cùng dòng là chú thích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Phím tắt </a:t>
            </a:r>
            <a:r>
              <a:rPr sz="1900" b="0">
                <a:solidFill>
                  <a:srgbClr val="3598DB"/>
                </a:solidFill>
                <a:latin typeface="Consolas"/>
              </a:rPr>
              <a:t>Ctrl + /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bật/tắt comment nhanh nhiều dòng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&lt;stdio.h&gt;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//Chu thich tren 1 dong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//Khai bao 3 bien int va khoi tao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//Cau lenh nay in ra gia tri cua 3 bien a, b, 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%d %d\n", a, b, c);   // 10 20 30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thích trên nhiều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Đặt nội dung giữa cặp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/*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*/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cho đoạn giải thích dài, nhiều dòng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6088"/>
            <a:ext cx="10765231" cy="36189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2392"/>
            <a:ext cx="10362895" cy="332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/*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đây là chú thích trên nhiều dòng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codelab.dev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lập trình 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*/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/*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Chương trình này khai báo 3 biến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và in ra giá trị của 3 biến lên màn hình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*/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printf("%d %d %d\n", a, b, c);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Comment bị compiler loại bỏ, không ảnh hưởng chương trình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//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1 dòng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/* ... */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dòng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comment để giải thích, mô tả thuật toán, hoặc debug tạm thời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Viết comment là thói quen tốt giúp code dễ bảo trì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