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If Và Else If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If else if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Kiểm tra </a:t>
            </a:r>
            <a:r>
              <a:rPr sz="2000" b="1">
                <a:solidFill>
                  <a:srgbClr val="222B38"/>
                </a:solidFill>
                <a:latin typeface="Calibri"/>
              </a:rPr>
              <a:t>nhiều điều kiện</a:t>
            </a:r>
            <a:r>
              <a:rPr sz="2000" b="0">
                <a:solidFill>
                  <a:srgbClr val="222B38"/>
                </a:solidFill>
                <a:latin typeface="Calibri"/>
              </a:rPr>
              <a:t> liên tiếp thay vì if-else lồng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Tránh code dài dòng, khó đọc khi có nhiều rẽ nhánh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đúng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 nhánh</a:t>
            </a:r>
            <a:r>
              <a:rPr sz="2000" b="0">
                <a:solidFill>
                  <a:srgbClr val="222B38"/>
                </a:solidFill>
                <a:latin typeface="Calibri"/>
              </a:rPr>
              <a:t> được thực thi rồi kết thúc cấu trúc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47240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544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if(điều_kiện_1){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if(điều_kiện_2){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if(điều_kiện_n){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else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lần lượt từ điều kiện 1, đúng đâu chạy nhánh đó rồi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nhánh nào đúng thì chạy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(nếu có)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điều kiện kiểm tra tùy ý,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thể bỏ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Cấu trúc phẳng, dễ đọc hơn if-else lồng nhau nhiều tầng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số ngày trong tháng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Tháng 2 của năm nhuận có 29 ngày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298852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45156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if(m==1||m==3||m==5||m==7||m==8||m==10||m==12)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printf("31\n");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if(m==4||m==6||m==9||m==11)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printf("30\n");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if(m==2){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if((y%400==0) || (y%4==0 &amp;&amp; y%100!=0))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printf("29\n");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printf("28\n");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printf("Thang khong hop le !\n");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phân loại tam giác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Giả sử a, b, c đã là 3 cạnh hợp lệ của tam giác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if(a==b &amp;&amp; b==c) printf("1\n");              // đều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if(a==b || b==c || a==c) printf("2\n");  // cân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if((a*a==b*b+c*c) || (b*b==a*a+c*c) ||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(c*c==a*a+b*b)) printf("3\n");       // vuông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printf("4\n");                           // thường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 if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nhiều điều kiện, chỉ 1 nhánh được chạy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Thứ tự điều kiện quan trọng: đúng nhánh đầu tiên là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cuối cùng xử lý mọi trường hợp còn lại (tùy chọn)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Thay được if-else lồng nhau khi các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loại trừ nhau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