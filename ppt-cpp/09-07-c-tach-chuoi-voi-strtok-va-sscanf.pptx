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Tách Chuỗi Với strtok Và sscanf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Hai công cụ tách chuỗi trong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Tách Chuỗi Với strtok Và sscanf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strtok</a:t>
            </a:r>
            <a:r>
              <a:rPr sz="2000" b="0">
                <a:solidFill>
                  <a:srgbClr val="222B38"/>
                </a:solidFill>
                <a:latin typeface="Calibri"/>
              </a:rPr>
              <a:t> (</a:t>
            </a:r>
            <a:r>
              <a:rPr sz="1900" b="0">
                <a:solidFill>
                  <a:srgbClr val="3598DB"/>
                </a:solidFill>
                <a:latin typeface="Consolas"/>
              </a:rPr>
              <a:t>string.h</a:t>
            </a:r>
            <a:r>
              <a:rPr sz="2000" b="0">
                <a:solidFill>
                  <a:srgbClr val="222B38"/>
                </a:solidFill>
                <a:latin typeface="Calibri"/>
              </a:rPr>
              <a:t>): tách chuỗi thành các </a:t>
            </a:r>
            <a:r>
              <a:rPr sz="2000" b="1">
                <a:solidFill>
                  <a:srgbClr val="222B38"/>
                </a:solidFill>
                <a:latin typeface="Calibri"/>
              </a:rPr>
              <a:t>từ</a:t>
            </a:r>
            <a:r>
              <a:rPr sz="2000" b="0">
                <a:solidFill>
                  <a:srgbClr val="222B38"/>
                </a:solidFill>
                <a:latin typeface="Calibri"/>
              </a:rPr>
              <a:t> theo ký tự phân cách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sscanf</a:t>
            </a:r>
            <a:r>
              <a:rPr sz="2000" b="0">
                <a:solidFill>
                  <a:srgbClr val="222B38"/>
                </a:solidFill>
                <a:latin typeface="Calibri"/>
              </a:rPr>
              <a:t> (</a:t>
            </a:r>
            <a:r>
              <a:rPr sz="1900" b="0">
                <a:solidFill>
                  <a:srgbClr val="3598DB"/>
                </a:solidFill>
                <a:latin typeface="Consolas"/>
              </a:rPr>
              <a:t>stdio.h</a:t>
            </a:r>
            <a:r>
              <a:rPr sz="2000" b="0">
                <a:solidFill>
                  <a:srgbClr val="222B38"/>
                </a:solidFill>
                <a:latin typeface="Calibri"/>
              </a:rPr>
              <a:t>): đọc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số, dữ liệu có định dạng</a:t>
            </a:r>
            <a:r>
              <a:rPr sz="2000" b="0">
                <a:solidFill>
                  <a:srgbClr val="222B38"/>
                </a:solidFill>
                <a:latin typeface="Calibri"/>
              </a:rPr>
              <a:t> từ chuỗi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Ứng dụng: đếm từ, chuẩn hóa chuỗi, tính tổng các số trong chuỗi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Tách từ bằng strtok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Tách Chuỗi Với strtok Và sscanf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Lần đầu truyền chuỗi, các lần sau truyền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  <a:r>
              <a:rPr sz="2000" b="0">
                <a:solidFill>
                  <a:srgbClr val="222B38"/>
                </a:solidFill>
                <a:latin typeface="Calibri"/>
              </a:rPr>
              <a:t> khi hết từ; nhiều dấu cách liền nhau bị bỏ qua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s[] = "codelab    hoc  lap trinh";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*word = strtok(s, " 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while(word != NULL){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printf("%s\n", word);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word = strtok(NULL, " 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codelab / hoc / lap / trinh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Lưu ý khi dùng strtok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Tách Chuỗi Với strtok Và sscanf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Sửa chuỗi gốc</a:t>
            </a:r>
            <a:r>
              <a:rPr sz="1800" b="0">
                <a:solidFill>
                  <a:srgbClr val="222B38"/>
                </a:solidFill>
                <a:latin typeface="Calibri"/>
              </a:rPr>
              <a:t>: thay dấu phân cách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'\0'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Phải dùng mảng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 s[]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dùng chuỗi hằng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 *s = "..."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giữ chuỗi gốc thì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strcpy</a:t>
            </a:r>
            <a:r>
              <a:rPr sz="1800" b="0">
                <a:solidFill>
                  <a:srgbClr val="222B38"/>
                </a:solidFill>
                <a:latin typeface="Calibri"/>
              </a:rPr>
              <a:t> ra bản sao trước khi tách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nhớ </a:t>
            </a:r>
            <a:r>
              <a:rPr sz="1800" b="1">
                <a:solidFill>
                  <a:srgbClr val="222B38"/>
                </a:solidFill>
                <a:latin typeface="Calibri"/>
              </a:rPr>
              <a:t>một</a:t>
            </a:r>
            <a:r>
              <a:rPr sz="1800" b="0">
                <a:solidFill>
                  <a:srgbClr val="222B38"/>
                </a:solidFill>
                <a:latin typeface="Calibri"/>
              </a:rPr>
              <a:t> vị trí tách: không lồng hai vòng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Tách theo nhiều ký tự phân cách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Tách Chuỗi Với strtok Và sscanf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Mọi ký tự trong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delim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đều là dấu phân cách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Tách theo </a:t>
            </a:r>
            <a:r>
              <a:rPr sz="1900" b="0">
                <a:solidFill>
                  <a:srgbClr val="3598DB"/>
                </a:solidFill>
                <a:latin typeface="Consolas"/>
              </a:rPr>
              <a:t>-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cần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strtok(s, "-")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s[] = "codelab,hoc.lap!!trinh???C dsa";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const char *delim = " .,?!";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*w = strtok(s, delim); w; w = strtok(NULL, delim))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printf("%s ", w);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codelab hoc lap trinh C dsa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Đọc dữ liệu từ chuỗi với sscanf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Tách Chuỗi Với strtok Và sscanf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Giống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scanf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nhưng đọc từ chuỗi,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</a:t>
            </a:r>
            <a:r>
              <a:rPr sz="2000" b="0">
                <a:solidFill>
                  <a:srgbClr val="222B38"/>
                </a:solidFill>
                <a:latin typeface="Calibri"/>
              </a:rPr>
              <a:t> sửa chuỗi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biến đọc được</a:t>
            </a:r>
            <a:r>
              <a:rPr sz="2000" b="0">
                <a:solidFill>
                  <a:srgbClr val="222B38"/>
                </a:solidFill>
                <a:latin typeface="Calibri"/>
              </a:rPr>
              <a:t>: dùng để kiểm tra định dạng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%49s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chống tràn mảng, </a:t>
            </a:r>
            <a:r>
              <a:rPr sz="1900" b="0">
                <a:solidFill>
                  <a:srgbClr val="3598DB"/>
                </a:solidFill>
                <a:latin typeface="Consolas"/>
              </a:rPr>
              <a:t>%lf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double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ten[50]; int tuoi; double diem;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sscanf("An 20 8.5", "%49s %d %lf", ten, &amp;tuoi, &amp;diem);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n =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d, m, y;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if(sscanf("17/09/2026", "%d/%d/%d", &amp;d, &amp;m, &amp;y) == 3) { ...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Đọc lần lượt nhiều số với %n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Tách Chuỗi Với strtok Và sscanf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%n</a:t>
            </a:r>
            <a:r>
              <a:rPr sz="2000" b="0">
                <a:solidFill>
                  <a:srgbClr val="222B38"/>
                </a:solidFill>
                <a:latin typeface="Calibri"/>
              </a:rPr>
              <a:t> ghi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ký tự đã xử lý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tính vào giá trị trả về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Cộng con trỏ để nhảy qua phần đã đọc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s[] = "10 20   30 -5 100";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*p = 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x, dadoc;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while(sscanf(p, "%d%n", &amp;x, &amp;dadoc) == 1){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tong += 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 += dadoc;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tong = 155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đếm từ và chuẩn hóa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Tách Chuỗi Với strtok Và sscanf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Đếm từ: đếm số lần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strtok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về khác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Chuẩn hóa: sửa từng từ rồi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strcat</a:t>
            </a:r>
            <a:r>
              <a:rPr sz="2000" b="0">
                <a:solidFill>
                  <a:srgbClr val="222B38"/>
                </a:solidFill>
                <a:latin typeface="Calibri"/>
              </a:rPr>
              <a:t> vào chuỗi kết quả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s[] = "   NgUYeN   vAN   tECH28  ", res[100] = "";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*w = strtok(s, " "); w; w = strtok(NULL, " ")){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w[0] = (char)toupper((unsigned char)w[0]);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1; w[j];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w[j] = (char)tolower((unsigned char)w[j]);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if(res[0] != '\0') strcat(res, " 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strcat(res, w);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res = "Nguyen Van Tech28"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tổng các số trong chuỗi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Tách Chuỗi Với strtok Và sscanf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90623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Gặp chữ số thì </a:t>
            </a:r>
            <a:r>
              <a:rPr sz="1900" b="0">
                <a:solidFill>
                  <a:srgbClr val="3598DB"/>
                </a:solidFill>
                <a:latin typeface="Consolas"/>
              </a:rPr>
              <a:t>sscanf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đọc cả số, ký tự khác thì bỏ qua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632303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8607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s[] = "a12bc 5 -- 3x";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*p = s; long long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while(*p){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x, dadoc;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if(isdigit((unsigned char)*p) &amp;&amp;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sscanf(p, "%d%n", &amp;x, &amp;dadoc) == 1){ tong += x; p += dadoc;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 p++;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tong =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Tách Chuỗi Với strtok Và sscanf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strtok(s, delim)</a:t>
            </a:r>
            <a:r>
              <a:rPr sz="1800" b="0">
                <a:solidFill>
                  <a:srgbClr val="222B38"/>
                </a:solidFill>
                <a:latin typeface="Calibri"/>
              </a:rPr>
              <a:t> lần đầu,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strtok(NULL, delim)</a:t>
            </a:r>
            <a:r>
              <a:rPr sz="1800" b="0">
                <a:solidFill>
                  <a:srgbClr val="222B38"/>
                </a:solidFill>
                <a:latin typeface="Calibri"/>
              </a:rPr>
              <a:t> các lần sau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strtok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800" b="1">
                <a:solidFill>
                  <a:srgbClr val="222B38"/>
                </a:solidFill>
                <a:latin typeface="Calibri"/>
              </a:rPr>
              <a:t>sửa chuỗi gốc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dùng với chuỗi hằng, không lồng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sscanf</a:t>
            </a:r>
            <a:r>
              <a:rPr sz="1800" b="0">
                <a:solidFill>
                  <a:srgbClr val="222B38"/>
                </a:solidFill>
                <a:latin typeface="Calibri"/>
              </a:rPr>
              <a:t> trả về số biến đọc được: luôn kiểm tra giá trị này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%n</a:t>
            </a:r>
            <a:r>
              <a:rPr sz="1800" b="0">
                <a:solidFill>
                  <a:srgbClr val="222B38"/>
                </a:solidFill>
                <a:latin typeface="Calibri"/>
              </a:rPr>
              <a:t> giúp đọc tiếp từ vị trí đã dừng trong chuỗi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