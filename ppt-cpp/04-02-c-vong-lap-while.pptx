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Vòng Lặp While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While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Lặp lại khối lệnh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chưa biết trước số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Kiểm tra </a:t>
            </a:r>
            <a:r>
              <a:rPr sz="2000" b="1">
                <a:solidFill>
                  <a:srgbClr val="222B38"/>
                </a:solidFill>
                <a:latin typeface="Calibri"/>
              </a:rPr>
              <a:t>điều kiện 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, đúng mới chạy thân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chạy lần nào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điều kiện sai ngay từ đầu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while(condition){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condition</a:t>
            </a:r>
            <a:r>
              <a:rPr sz="1800" b="0">
                <a:solidFill>
                  <a:srgbClr val="222B38"/>
                </a:solidFill>
                <a:latin typeface="Calibri"/>
              </a:rPr>
              <a:t>, sai thì kết thúc ngay, không chạy thân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Đúng thì chạy khối lệnh, xong quay lại kiểm tra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Lặp lại đến khi điều kiện sai mới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Quên cập nhật biến điều kiện →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vô hạn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số từ 1 đến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4, i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while(i &lt;=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 ", 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++i;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2 3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đếm và tính tổng chữ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Mẫu chung: lấy chữ số cuối bằng n % 10, bỏ đi bằng n /=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95881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2185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12345, dem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while(n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/=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dem =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n2 = 12345,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while(n2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tong += n2 %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n2 /=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tong =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Vòng lặp vô hạn có điều kiện thoát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614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while(1)</a:t>
            </a:r>
            <a:r>
              <a:rPr sz="1800" b="0">
                <a:solidFill>
                  <a:srgbClr val="222B38"/>
                </a:solidFill>
                <a:latin typeface="Calibri"/>
              </a:rPr>
              <a:t> tạo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vô hạn</a:t>
            </a:r>
            <a:r>
              <a:rPr sz="1800" b="0">
                <a:solidFill>
                  <a:srgbClr val="222B38"/>
                </a:solidFill>
                <a:latin typeface="Calibri"/>
              </a:rPr>
              <a:t> (khác 0 là đúng), phải tự thoát bên trong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Nhập số tới khi gặp </a:t>
            </a:r>
            <a:r>
              <a:rPr sz="1709" b="0">
                <a:solidFill>
                  <a:srgbClr val="3598DB"/>
                </a:solidFill>
                <a:latin typeface="Consolas"/>
              </a:rPr>
              <a:t>28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dừng (dùng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goto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chưa học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24860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1164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while(1){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printf("Nhap n :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28) goto end;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printf("Nhap lai\n");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end: 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While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mỗi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Khác </a:t>
            </a:r>
            <a:r>
              <a:rPr sz="1709" b="0">
                <a:solidFill>
                  <a:srgbClr val="3598DB"/>
                </a:solidFill>
                <a:latin typeface="Consolas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  <a:r>
              <a:rPr sz="1800" b="0">
                <a:solidFill>
                  <a:srgbClr val="222B38"/>
                </a:solidFill>
                <a:latin typeface="Calibri"/>
              </a:rPr>
              <a:t>, luôn chạy ít nhất 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Hợp với bài toán </a:t>
            </a:r>
            <a:r>
              <a:rPr sz="1800" b="1">
                <a:solidFill>
                  <a:srgbClr val="222B38"/>
                </a:solidFill>
                <a:latin typeface="Calibri"/>
              </a:rPr>
              <a:t>chưa biết trước số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Nhớ cập nhật biến điều kiện để tránh lặp vô hạn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