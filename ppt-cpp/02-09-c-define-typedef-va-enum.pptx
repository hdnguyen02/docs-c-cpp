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Define, Typedef Và Enum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Typedef: đặt tên mới cho kiểu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910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Tạo bí danh (alias) cho kiểu dữ liệu có sẵn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được cả tên mới lẫn tên cũ sau khi định nghĩa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709" b="0">
                <a:solidFill>
                  <a:srgbClr val="3598DB"/>
                </a:solidFill>
                <a:latin typeface="Consolas"/>
              </a:rPr>
              <a:t>typedef kiểu_dữ_liệu tên_mới;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bool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stdbool.h</a:t>
            </a:r>
            <a:r>
              <a:rPr sz="18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  <a:r>
              <a:rPr sz="1800" b="0">
                <a:solidFill>
                  <a:srgbClr val="222B38"/>
                </a:solidFill>
                <a:latin typeface="Calibri"/>
              </a:rPr>
              <a:t> ra </a:t>
            </a:r>
            <a:r>
              <a:rPr sz="1709" b="0">
                <a:solidFill>
                  <a:srgbClr val="3598DB"/>
                </a:solidFill>
                <a:latin typeface="Consolas"/>
              </a:rPr>
              <a:t>1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479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2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int songuyen;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long long 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double sothuc;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bool dungsai;      // can #include &lt;stdbool.h&gt;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songuyen a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b = 2828282828282;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%lld\n", a, b);  // 1000 2828282828282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Typedef cho 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Rất hay dùng để đặt tên ngắn cho kiểu </a:t>
            </a:r>
            <a:r>
              <a:rPr sz="2000" b="1">
                <a:solidFill>
                  <a:srgbClr val="222B38"/>
                </a:solidFill>
                <a:latin typeface="Calibri"/>
              </a:rPr>
              <a:t>struct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có typedef phải viết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struct Diem</a:t>
            </a:r>
            <a:r>
              <a:rPr sz="2000" b="0">
                <a:solidFill>
                  <a:srgbClr val="222B38"/>
                </a:solidFill>
                <a:latin typeface="Calibri"/>
              </a:rPr>
              <a:t> mỗi lần khai báo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char kitu;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struct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y;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 Diem;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kitu c = '@';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Diem p = {100, 200};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p.x, p.y);   // 100 200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Define: 3 chức năng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332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Định nghĩa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 dữ liệu</a:t>
            </a:r>
            <a:r>
              <a:rPr sz="1800" b="0">
                <a:solidFill>
                  <a:srgbClr val="222B38"/>
                </a:solidFill>
                <a:latin typeface="Calibri"/>
              </a:rPr>
              <a:t> (giống typedef)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Định nghĩa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(hằng số)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Định nghĩa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cấu trúc hoặc câu lệnh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 tên_mới giá_trị_hoặc_kiểu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32168"/>
            <a:ext cx="10765231" cy="271919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78472"/>
            <a:ext cx="10362895" cy="24265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#define songuyen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#define ll long long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#define PI 3.14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#define INF 1000000000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#define Tech28 "codelab.dev"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printf("%.2f\n", PI);      // 3.14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printf("%s\n", Tech28);     // codelab.dev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Define cho cấu trúc/câu lệnh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nhiều trong lập trình thi đấu để rút gọn code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Người mới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chưa nên dùng</a:t>
            </a:r>
            <a:r>
              <a:rPr sz="2000" b="0">
                <a:solidFill>
                  <a:srgbClr val="222B38"/>
                </a:solidFill>
                <a:latin typeface="Calibri"/>
              </a:rPr>
              <a:t> kiểu này, khó đọc với người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nên dùng khi code một mình, không chia sẻ mã nguồn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greet printf("codelab.dev\n");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FOR(i, a, b) for(int i = a; i &lt;= b;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findMax(a, b) printf("%d\n", (a &gt; b ? a : b));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greet;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findMax(10, 20);                 // 20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FOR(i, 1, 5) printf("%d ", i);   // 1 2 3 4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Define vs Typedef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đặt tên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đặt tên được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kiểu, giá trị, cấu trúc, câu lệnh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800" b="0">
                <a:solidFill>
                  <a:srgbClr val="222B38"/>
                </a:solidFill>
                <a:latin typeface="Calibri"/>
              </a:rPr>
              <a:t> kết thúc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;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800" b="0">
                <a:solidFill>
                  <a:srgbClr val="222B38"/>
                </a:solidFill>
                <a:latin typeface="Calibri"/>
              </a:rPr>
              <a:t> xử lý bởi </a:t>
            </a:r>
            <a:r>
              <a:rPr sz="1800" b="1">
                <a:solidFill>
                  <a:srgbClr val="222B38"/>
                </a:solidFill>
                <a:latin typeface="Calibri"/>
              </a:rPr>
              <a:t>compiler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xử lý bởi </a:t>
            </a:r>
            <a:r>
              <a:rPr sz="1800" b="1">
                <a:solidFill>
                  <a:srgbClr val="222B38"/>
                </a:solidFill>
                <a:latin typeface="Calibri"/>
              </a:rPr>
              <a:t>preprocessor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liệt kê enum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108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Đặt tên cho một </a:t>
            </a:r>
            <a:r>
              <a:rPr sz="1800" b="1">
                <a:solidFill>
                  <a:srgbClr val="222B38"/>
                </a:solidFill>
                <a:latin typeface="Calibri"/>
              </a:rPr>
              <a:t>nhóm hằng số nguyên</a:t>
            </a:r>
            <a:r>
              <a:rPr sz="1800" b="0">
                <a:solidFill>
                  <a:srgbClr val="222B38"/>
                </a:solidFill>
                <a:latin typeface="Calibri"/>
              </a:rPr>
              <a:t> liên quan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Mặc định hằng đầu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0</a:t>
            </a:r>
            <a:r>
              <a:rPr sz="1800" b="0">
                <a:solidFill>
                  <a:srgbClr val="222B38"/>
                </a:solidFill>
                <a:latin typeface="Calibri"/>
              </a:rPr>
              <a:t>, các hằng sau tăng dần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Gán giá trị cho một hằng, các hằng sau tăng tiếp từ đó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Hằng enum có kiểu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992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623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enum Mau { DO, XANH, VANG };            // 0 1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enum Thang { THANG1 = 1, THANG2, THANG3 }; // 1 2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enum TrangThai { THANH_CONG = 200, KHONG_TIM_THAY = 404 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enum Mau m = XANH;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printf("m = %d\n", m);                  // m =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Kết hợp typedef và enum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Khai báo biến enum phải viết cả từ khóa </a:t>
            </a:r>
            <a:r>
              <a:rPr sz="1900" b="0">
                <a:solidFill>
                  <a:srgbClr val="3598DB"/>
                </a:solidFill>
                <a:latin typeface="Consolas"/>
              </a:rPr>
              <a:t>enum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typedef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bỏ từ khóa này cho gọn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Enum tự đánh số, gom nhóm hằng, do </a:t>
            </a:r>
            <a:r>
              <a:rPr sz="2000" b="1">
                <a:solidFill>
                  <a:srgbClr val="222B38"/>
                </a:solidFill>
                <a:latin typeface="Calibri"/>
              </a:rPr>
              <a:t>compiler</a:t>
            </a:r>
            <a:r>
              <a:rPr sz="2000" b="0">
                <a:solidFill>
                  <a:srgbClr val="222B38"/>
                </a:solidFill>
                <a:latin typeface="Calibri"/>
              </a:rPr>
              <a:t> xử lý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enum { THU2 = 2, THU3, THU4, THU5,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   THU6, THU7, CHUNHAT = 8 } Ngay;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Ngay hom_nay = THU6;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(hom_nay == THU7 || hom_nay == CHUNHAT)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printf("Cuoi tuan\n");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printf("Ngay lam viec\n");     // Ngay lam viec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Define, Typedef Và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typedef</a:t>
            </a:r>
            <a:r>
              <a:rPr sz="1700" b="0">
                <a:solidFill>
                  <a:srgbClr val="222B38"/>
                </a:solidFill>
                <a:latin typeface="Calibri"/>
              </a:rPr>
              <a:t> chỉ đặt tên cho </a:t>
            </a:r>
            <a:r>
              <a:rPr sz="1700" b="1">
                <a:solidFill>
                  <a:srgbClr val="222B38"/>
                </a:solidFill>
                <a:latin typeface="Calibri"/>
              </a:rPr>
              <a:t>kiểu dữ liệu</a:t>
            </a:r>
            <a:r>
              <a:rPr sz="1700" b="0">
                <a:solidFill>
                  <a:srgbClr val="222B38"/>
                </a:solidFill>
                <a:latin typeface="Calibri"/>
              </a:rPr>
              <a:t>, hay dùng với struct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700" b="0">
                <a:solidFill>
                  <a:srgbClr val="222B38"/>
                </a:solidFill>
                <a:latin typeface="Calibri"/>
              </a:rPr>
              <a:t> linh hoạt hơn: kiểu, hằng số, cả câu lệnh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700" b="0">
                <a:solidFill>
                  <a:srgbClr val="222B38"/>
                </a:solidFill>
                <a:latin typeface="Calibri"/>
              </a:rPr>
              <a:t> được xử lý bởi preprocessor, không cần dấu </a:t>
            </a:r>
            <a:r>
              <a:rPr sz="1614" b="0">
                <a:solidFill>
                  <a:srgbClr val="3598DB"/>
                </a:solidFill>
                <a:latin typeface="Consolas"/>
              </a:rPr>
              <a:t>;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enum</a:t>
            </a:r>
            <a:r>
              <a:rPr sz="1700" b="0">
                <a:solidFill>
                  <a:srgbClr val="222B38"/>
                </a:solidFill>
                <a:latin typeface="Calibri"/>
              </a:rPr>
              <a:t> gom nhóm hằng số nguyên, tự đánh số từ 0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Tránh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700" b="0">
                <a:solidFill>
                  <a:srgbClr val="222B38"/>
                </a:solidFill>
                <a:latin typeface="Calibri"/>
              </a:rPr>
              <a:t> cho cấu trúc/câu lệnh khi mới học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