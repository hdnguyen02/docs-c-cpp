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Cuối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thêm node vào cuối DSLK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một phần tử mới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cuối cùng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danh sách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cuối hiện tại phải được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next</a:t>
            </a:r>
            <a:r>
              <a:rPr sz="2000" b="0">
                <a:solidFill>
                  <a:srgbClr val="222B38"/>
                </a:solidFill>
                <a:latin typeface="Calibri"/>
              </a:rPr>
              <a:t> sang node mới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node vào cuối — chú ý thứ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Thứ tự: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1. Cấp phát node mới, next =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2. Duyệt tmp từ head tới khi tmp-&gt;next == NULL (node cuối)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3. tmp-&gt;next = newNode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Không tìm được node cuối nếu bỏ qua điều kiện tmp-&gt;next == 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biệt: danh sách rỗng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có node cuối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nối vào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xử lý riêng: gán thẳng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Bỏ qua hẳn bước duyệt tìm node cuối trong trường hợp này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1: con trỏ tới con trỏ /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themcuoi(node *&amp;head,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 newNode-&gt;next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if(head == NULL){ head = newNode; return; } // DSLK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while(tmp-&gt;next != NULL) tmp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2: hàm trả về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9062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Bắt buộc gán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themcuoi(head, x)</a:t>
            </a:r>
            <a:r>
              <a:rPr sz="2000" b="0">
                <a:solidFill>
                  <a:srgbClr val="222B38"/>
                </a:solidFill>
                <a:latin typeface="Calibri"/>
              </a:rPr>
              <a:t> ở nơi gọi hàm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32303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8607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node* themcuoi(node *head,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 newNode-&gt;next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if(head == NULL) return newNode;   // DSLK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while(tmp-&gt;next != NULL) tmp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3: quản lý bằng head và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sẵn 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nên không cần duyệt tìm node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rỗng: phải cập nhật </a:t>
            </a:r>
            <a:r>
              <a:rPr sz="2000" b="1">
                <a:solidFill>
                  <a:srgbClr val="222B38"/>
                </a:solidFill>
                <a:latin typeface="Calibri"/>
              </a:rPr>
              <a:t>cả head và 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đều bằng node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themcuoi(LIST &amp;l,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 newNode-&gt;next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if(l.head == NULL){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l.head = newNode; l.tail = newNode;   //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l.tail-&gt;next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l.tail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quản lý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: phải duyệt tới cuối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Quản lý thêm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: nối thẳng vào tail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O(1)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 không có node cuối → phải xử lý riêng bằng gán thẳng vào head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thêm cuối là O(1) thay vì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Nhớ cập nhật cả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thêm vào DSLK đang rỗng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Thứ tự: duyệt tìm node cuối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!=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, rồi mới nối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