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Xóa Node Đầu Trong DSLK Đôi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xóa node đầu trong DSLK đôi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Giống DSLK đơn: cập nhật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sang node thứ 2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Khác biệt: node thứ 2 phải </a:t>
            </a:r>
            <a:r>
              <a:rPr sz="2000" b="1">
                <a:solidFill>
                  <a:srgbClr val="222B38"/>
                </a:solidFill>
                <a:latin typeface="Calibri"/>
              </a:rPr>
              <a:t>trỏ prev ngược về NULL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Bỏ bước này thì node đứng đầu mới vẫn trỏ về node đã xóa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bước xóa node đầu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505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Lưu lại node đầu để giải phóng: </a:t>
            </a:r>
            <a:r>
              <a:rPr sz="1709" b="0">
                <a:solidFill>
                  <a:srgbClr val="3598DB"/>
                </a:solidFill>
                <a:latin typeface="Consolas"/>
              </a:rPr>
              <a:t>deleteNode = *head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  <a:r>
              <a:rPr sz="1800" b="0">
                <a:solidFill>
                  <a:srgbClr val="222B38"/>
                </a:solidFill>
                <a:latin typeface="Calibri"/>
              </a:rPr>
              <a:t> trỏ sang node thứ 2: </a:t>
            </a:r>
            <a:r>
              <a:rPr sz="1709" b="0">
                <a:solidFill>
                  <a:srgbClr val="3598DB"/>
                </a:solidFill>
                <a:latin typeface="Consolas"/>
              </a:rPr>
              <a:t>*head = (*head)-&gt;next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Nếu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 != NULL</a:t>
            </a:r>
            <a:r>
              <a:rPr sz="1800" b="0">
                <a:solidFill>
                  <a:srgbClr val="222B38"/>
                </a:solidFill>
                <a:latin typeface="Calibri"/>
              </a:rPr>
              <a:t>: 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head-&gt;prev = NULL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Giải phóng </a:t>
            </a:r>
            <a:r>
              <a:rPr sz="1709" b="0">
                <a:solidFill>
                  <a:srgbClr val="3598DB"/>
                </a:solidFill>
                <a:latin typeface="Consolas"/>
              </a:rPr>
              <a:t>deleteNode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53890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00194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Truoc:  10 &lt;-&gt; 9 &lt;-&gt; 8 &lt;-&gt; NULL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Sau:    9 &lt;-&gt; 8 &lt;-&gt; NULL   // xoa 10, head=9, 9-&gt;prev=NULL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xoadau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 Đôi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xoadau(node **head){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if(*head == NULL) return;          // DSLK rong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*deleteNode = *head;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(*head) = (*head)-&gt;next;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if(*head != NULL)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(*head)-&gt;prev = NULL;          // khac DSLK don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free(deleteNode);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Quản lý bằng head và tail: điểm khác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Vẫn cập nhật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head-&gt;prev 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 như cách 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còn node: chỉ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head-&gt;prev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đổi,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  <a:r>
              <a:rPr sz="2000" b="0">
                <a:solidFill>
                  <a:srgbClr val="222B38"/>
                </a:solidFill>
                <a:latin typeface="Calibri"/>
              </a:rPr>
              <a:t> giữ nguyên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hết node (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): phải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 = NULL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Trường hợp đặc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rỗng (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): return ngay, không xóa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1 node: sau khi xóa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đều thành </a:t>
            </a:r>
            <a:r>
              <a:rPr sz="1900" b="0">
                <a:solidFill>
                  <a:srgbClr val="3598DB"/>
                </a:solidFill>
                <a:latin typeface="Consolas"/>
              </a:rPr>
              <a:t>NULL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≥2 node: node mới đứng đầu phải có </a:t>
            </a:r>
            <a:r>
              <a:rPr sz="1900" b="0">
                <a:solidFill>
                  <a:srgbClr val="3598DB"/>
                </a:solidFill>
                <a:latin typeface="Consolas"/>
              </a:rPr>
              <a:t>prev = NULL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Giải phóng bộ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Node đầu cũ bị tách khỏi danh sách sau khi đổi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Phải </a:t>
            </a:r>
            <a:r>
              <a:rPr sz="1900" b="0">
                <a:solidFill>
                  <a:srgbClr val="3598DB"/>
                </a:solidFill>
                <a:latin typeface="Consolas"/>
              </a:rPr>
              <a:t>free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delete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deleteNode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tránh rò rỉ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Lưu địa chỉ node cũ </a:t>
            </a:r>
            <a:r>
              <a:rPr sz="20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, giải phóng </a:t>
            </a:r>
            <a:r>
              <a:rPr sz="2000" b="1">
                <a:solidFill>
                  <a:srgbClr val="222B38"/>
                </a:solidFill>
                <a:latin typeface="Calibri"/>
              </a:rPr>
              <a:t>sau</a:t>
            </a:r>
            <a:r>
              <a:rPr sz="2000" b="0">
                <a:solidFill>
                  <a:srgbClr val="222B38"/>
                </a:solidFill>
                <a:latin typeface="Calibri"/>
              </a:rPr>
              <a:t> khi cập nhật </a:t>
            </a:r>
            <a:r>
              <a:rPr sz="1900" b="0">
                <a:solidFill>
                  <a:srgbClr val="3598DB"/>
                </a:solidFill>
                <a:latin typeface="Consolas"/>
              </a:rPr>
              <a:t>prev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Xóa đầu DSLK đôi thêm 1 bước so với DSLK đơn: set </a:t>
            </a:r>
            <a:r>
              <a:rPr sz="1709" b="0">
                <a:solidFill>
                  <a:srgbClr val="3598DB"/>
                </a:solidFill>
                <a:latin typeface="Consolas"/>
              </a:rPr>
              <a:t>prev = NULL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kiểm tra DSLK rỗng trước khi xóa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: set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 = NULL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xóa hết node cuối cùng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Giải phóng node cũ sau khi đã cập nhật xong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prev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