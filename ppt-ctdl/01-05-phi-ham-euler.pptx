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Phi Hàm Euler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Phi hàm Euler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Phi(n) = số lượng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nguyên tố cùng nhau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n trong đoạn [1, n]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Hai số nguyên tố cùng nhau (đồng nguyên tố): ước chung lớn nhất là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1→n và gọi GCD từng số thì chậm; phi hàm tính trực tiếp O(√N)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tưởng: dựa vào phân tích thừa số nguyên tố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Phân tích n thành các thừa số nguyên tố phân biệt p1, p2, ...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thừa số p loại bỏ đúng 1/p số trong đoạn [1, n] khỏi tập đếm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hợp các thừa số bằng tích các hệ số (1 - 1/p)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phi hàm Euler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phi(n) = n nhân tích các (1 - 1/p), với p là ước nguyên tố của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 n = 60 = 2² * 3 * 5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phi(60) = 60 * (1 - 1/2) * (1 - 1/3) * (1 - 1/5) =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tính phi(n)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88642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2000" b="1">
                <a:solidFill>
                  <a:srgbClr val="222B38"/>
                </a:solidFill>
                <a:latin typeface="Calibri"/>
              </a:rPr>
              <a:t>O(√N)</a:t>
            </a:r>
            <a:r>
              <a:rPr sz="2000" b="0">
                <a:solidFill>
                  <a:srgbClr val="222B38"/>
                </a:solidFill>
                <a:latin typeface="Calibri"/>
              </a:rPr>
              <a:t> nhờ chỉ duyệt ước nguyên tố tới √n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430322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6626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phi(int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res =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2; i &lt;= sqrt(n);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if(n % i ==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res = res - res / i;   // res *= (1 - 1/i)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while(n % i == 0) n /=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1) res -= res / n;   // thừa số nguyên tố lớn còn lại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Một số tính chất của phi hàm Euler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phi(p) = p - 1, nếu p là số nguyên tố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phi(a*b) = phi(a) * phi(b), nếu a và b nguyên tố cùng nhau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phi(p^k) = p^k - p^(k-1), nếu p là số nguyên tố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phi(a*b) = phi(a)*phi(b)*d / phi(d), với d = GCD(a, b) nếu a, b không nguyên tố cùng nhau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phi(n) = tổng phi(d) với d là mọi ước của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 mở rộng: tính phi cho mọi số từ 1 tới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sàng biến đổi: với mỗi số nguyên tố i, cập nhật phi cho mọi bội của 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Tránh phải gọi hàm phi(n) riêng lẻ cho từng số → nhanh hơn nhiều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sàng phi hàm — cách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963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2000" b="1">
                <a:solidFill>
                  <a:srgbClr val="222B38"/>
                </a:solidFill>
                <a:latin typeface="Calibri"/>
              </a:rPr>
              <a:t>O(N log log 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31313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7617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phi[1000001];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sang(){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1000000; i++) phi[i] 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2; i &lt;= 1000000;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if(phi[i] == i){          // i là số nguyên tố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for(int j = i; j &lt;= 1000000; j +=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    phi[j] -= phi[j] /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sàng phi hàm — cách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Dựa trên tính chất phi(n) = tổng phi(d) với d là ước của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Khởi tạo phi[i] = i - 1, sau đó trừ dần phi[i] khỏi các bội của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2000" b="1">
                <a:solidFill>
                  <a:srgbClr val="222B38"/>
                </a:solidFill>
                <a:latin typeface="Calibri"/>
              </a:rPr>
              <a:t>O(N log N)</a:t>
            </a:r>
            <a:r>
              <a:rPr sz="2000" b="0">
                <a:solidFill>
                  <a:srgbClr val="222B38"/>
                </a:solidFill>
                <a:latin typeface="Calibri"/>
              </a:rPr>
              <a:t>, chậm hơn cách 1 một chút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phi[1000001];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sang(){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1000000; i++) phi[i] = i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phi[0] = 0; phi[1]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2; i &lt;= 1000000;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for(int j = 2 * i; j &lt;= 1000000; j +=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phi[j] -= phi[i];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Phi Hàm Euler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phi(n): số lượng số nguyên tố cùng nhau với n trong [1, n]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Công thức: phi(n) = n nhân tích (1 - 1/p) trên các ước nguyên tố p của 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Tính đơn lẻ: O(√N); tính cho mọi số 1→n: dùng sàng O(N log log 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Ghi nhớ các tính chất phi(p), phi(p^k), phi(a*b) để giải nhanh bài toán tổ hợp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