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Lý Thuyết Đồng Dư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CTDL &amp; Giải Thuật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Vấn đề: kết quả quá lớn, dễ tràn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Đồng Dư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Nhiều bài toán có kết quả tăng rất nhanh: giai thừa, Fibonacci, lũy thừa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C/C++ không hỗ trợ số nguyên lớn, </a:t>
            </a:r>
            <a:r>
              <a:rPr sz="1900" b="0">
                <a:solidFill>
                  <a:srgbClr val="3598DB"/>
                </a:solidFill>
                <a:latin typeface="Consolas"/>
              </a:rPr>
              <a:t>long long</a:t>
            </a:r>
            <a:r>
              <a:rPr sz="2000" b="0">
                <a:solidFill>
                  <a:srgbClr val="222B38"/>
                </a:solidFill>
                <a:latin typeface="Calibri"/>
              </a:rPr>
              <a:t> dễ bị </a:t>
            </a:r>
            <a:r>
              <a:rPr sz="2000" b="1">
                <a:solidFill>
                  <a:srgbClr val="222B38"/>
                </a:solidFill>
                <a:latin typeface="Calibri"/>
              </a:rPr>
              <a:t>tràn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Giải pháp: chia dư kết quả cho một số C định trước (ví dụ 10^9 + 7)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Bốn công thức đồng dư cơ bản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Đồng Dư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(A + B) % C = ((A % C) + (B % C)) % 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(A - B) % C = ((A % C) - (B % C)) % 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(A * B) % C = ((A % C) * (B % C)) % 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(A / B) % C cần </a:t>
            </a:r>
            <a:r>
              <a:rPr sz="1800" b="1">
                <a:solidFill>
                  <a:srgbClr val="222B38"/>
                </a:solidFill>
                <a:latin typeface="Calibri"/>
              </a:rPr>
              <a:t>nghịch đảo mô đun</a:t>
            </a:r>
            <a:r>
              <a:rPr sz="1800" b="0">
                <a:solidFill>
                  <a:srgbClr val="222B38"/>
                </a:solidFill>
                <a:latin typeface="Calibri"/>
              </a:rPr>
              <a:t> của B, phức tạp hơn 3 công thức trên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Sai lầm thường gặp: chia dư sau cùng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Đồng Dư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Tính hết a^b rồi mới </a:t>
            </a:r>
            <a:r>
              <a:rPr sz="1900" b="0">
                <a:solidFill>
                  <a:srgbClr val="3598DB"/>
                </a:solidFill>
                <a:latin typeface="Consolas"/>
              </a:rPr>
              <a:t>% 10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biến tích lũy </a:t>
            </a:r>
            <a:r>
              <a:rPr sz="1900" b="0">
                <a:solidFill>
                  <a:srgbClr val="3598DB"/>
                </a:solidFill>
                <a:latin typeface="Consolas"/>
              </a:rPr>
              <a:t>res</a:t>
            </a:r>
            <a:r>
              <a:rPr sz="2000" b="0">
                <a:solidFill>
                  <a:srgbClr val="222B38"/>
                </a:solidFill>
                <a:latin typeface="Calibri"/>
              </a:rPr>
              <a:t> bị </a:t>
            </a:r>
            <a:r>
              <a:rPr sz="2000" b="1">
                <a:solidFill>
                  <a:srgbClr val="222B38"/>
                </a:solidFill>
                <a:latin typeface="Calibri"/>
              </a:rPr>
              <a:t>tràn long long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Ví dụ </a:t>
            </a:r>
            <a:r>
              <a:rPr sz="1900" b="0">
                <a:solidFill>
                  <a:srgbClr val="3598DB"/>
                </a:solidFill>
                <a:latin typeface="Consolas"/>
              </a:rPr>
              <a:t>powMod(2, 1000000)</a:t>
            </a:r>
            <a:r>
              <a:rPr sz="2000" b="0">
                <a:solidFill>
                  <a:srgbClr val="222B38"/>
                </a:solidFill>
                <a:latin typeface="Calibri"/>
              </a:rPr>
              <a:t> cho kết quả sai (đúng ra tận cùng là 6)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powMod(int a, int b){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ll res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1; i &lt;= b;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res *= a;   // res tràn khi b lớn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res % 10;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Cách đúng: chia dư sau mỗi bước nhân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Đồng Dư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3245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Nhân </a:t>
            </a:r>
            <a:r>
              <a:rPr sz="1900" b="0">
                <a:solidFill>
                  <a:srgbClr val="3598DB"/>
                </a:solidFill>
                <a:latin typeface="Consolas"/>
              </a:rPr>
              <a:t>(a % 10)</a:t>
            </a:r>
            <a:r>
              <a:rPr sz="2000" b="0">
                <a:solidFill>
                  <a:srgbClr val="222B38"/>
                </a:solidFill>
                <a:latin typeface="Calibri"/>
              </a:rPr>
              <a:t> vào kết quả thay vì nhân nguyên </a:t>
            </a:r>
            <a:r>
              <a:rPr sz="1900" b="0">
                <a:solidFill>
                  <a:srgbClr val="3598DB"/>
                </a:solidFill>
                <a:latin typeface="Consolas"/>
              </a:rPr>
              <a:t>a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Chia dư </a:t>
            </a:r>
            <a:r>
              <a:rPr sz="1900" b="0">
                <a:solidFill>
                  <a:srgbClr val="3598DB"/>
                </a:solidFill>
                <a:latin typeface="Consolas"/>
              </a:rPr>
              <a:t>res %= 10</a:t>
            </a:r>
            <a:r>
              <a:rPr sz="2000" b="0">
                <a:solidFill>
                  <a:srgbClr val="222B38"/>
                </a:solidFill>
                <a:latin typeface="Calibri"/>
              </a:rPr>
              <a:t> ngay sau mỗi lần nhân — bước quan trọng nhất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Nhờ vậy </a:t>
            </a:r>
            <a:r>
              <a:rPr sz="1900" b="0">
                <a:solidFill>
                  <a:srgbClr val="3598DB"/>
                </a:solidFill>
                <a:latin typeface="Consolas"/>
              </a:rPr>
              <a:t>res</a:t>
            </a:r>
            <a:r>
              <a:rPr sz="2000" b="0">
                <a:solidFill>
                  <a:srgbClr val="222B38"/>
                </a:solidFill>
                <a:latin typeface="Calibri"/>
              </a:rPr>
              <a:t> luôn nhỏ, không bao giờ tràn dữ liệu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0029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660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powMod(int a, int b){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ll res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1; i &lt;= b;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res *= (a % 10);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res %= 10;   // quan trọng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res;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chia dư giữa chừng không đổi kết quả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Đồng Dư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Ví dụ (13*11*8*7) % 5: nhân hết rồi chia dư = 3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Nhân 3 số đầu, chia dư luôn, rồi nhân tiếp: vẫn ra 3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Coi cụm (13*11*8) là A, 7 là B: chỉ cần dư của A nhân dư của B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A cũng có thể chia nhỏ tiếp — chia dư ở bất kỳ bước nào đều đúng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Ứng dụng 1: Fibonacci thứ N mod 10^9+7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Đồng Dư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91614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Quy hoạch động: </a:t>
            </a:r>
            <a:r>
              <a:rPr sz="1900" b="0">
                <a:solidFill>
                  <a:srgbClr val="3598DB"/>
                </a:solidFill>
                <a:latin typeface="Consolas"/>
              </a:rPr>
              <a:t>F[i] = F[i-1] + F[i-2]</a:t>
            </a:r>
            <a:r>
              <a:rPr sz="2000" b="0">
                <a:solidFill>
                  <a:srgbClr val="222B38"/>
                </a:solidFill>
                <a:latin typeface="Calibri"/>
              </a:rPr>
              <a:t>, chia dư sau mỗi bước cộng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733294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79598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#define mod 1000000007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ll F[1000001];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F[0] = 0; F[1]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2; i &lt;= 1000000;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F[i] = F[i - 1] + F[i - 2];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F[i] %= mod;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Ứng dụng 2: lũy thừa a^b mod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Đồng Dư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90623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Kết hợp đồng dư với </a:t>
            </a:r>
            <a:r>
              <a:rPr sz="2000" b="1">
                <a:solidFill>
                  <a:srgbClr val="222B38"/>
                </a:solidFill>
                <a:latin typeface="Calibri"/>
              </a:rPr>
              <a:t>lũy thừa nhị phân</a:t>
            </a:r>
            <a:r>
              <a:rPr sz="2000" b="0">
                <a:solidFill>
                  <a:srgbClr val="222B38"/>
                </a:solidFill>
                <a:latin typeface="Calibri"/>
              </a:rPr>
              <a:t> (binpow) để tính nhanh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632303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8607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ll powMod(ll a, ll b, ll c){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ll res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while(b){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if(b % 2 == 1){ res *= a; res %= c;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a *= a; a %= c;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b /= 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res;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Ứng dụng 3: tổ hợp chập K của N mod 10^9+7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Đồng Dư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02180"/>
            <a:ext cx="10765231" cy="6629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tam giác Pascal: C[i][j] = C[i-1][j-1] + C[i-1][j], chia dư mỗi bước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610840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57144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#define mod 1000000007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ll C[1005][1005];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&lt;=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j = 0; j &lt;= i; j++){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if(i == j || j == 0) C[i][j]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else C[i][j] = (C[i-1][j-1] + C[i-1][j]) % mod;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kết quả: C[n][k]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Đồng Dư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Đồng dư dùng khi kết quả quá lớn, cần chia dư cho một số C cho trước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3 công thức +, -, * đều chia dư an toàn ở bất kỳ bước tính toán nào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Luôn chia dư ngay sau mỗi phép nhân/cộng</a:t>
            </a:r>
            <a:r>
              <a:rPr sz="1800" b="0">
                <a:solidFill>
                  <a:srgbClr val="222B38"/>
                </a:solidFill>
                <a:latin typeface="Calibri"/>
              </a:rPr>
              <a:t>, đừng đợi tính xong mới chia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Công thức chia (A/B) % C cần nghịch đảo mô đun, phức tạp hơn hẳn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