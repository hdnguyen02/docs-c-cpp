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Xóa Node Đầu Trong DSLK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xóa node đầu trong DSLK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đầu chỉ có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trỏ tới, không ai khác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cần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sang node thứ 2 rồi giải phóng node cũ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Đơn giản hơn xóa giữa/cuối vì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cần duyệt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xóa node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lại node đầu để giải phóng: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deleteNode = *head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trỏ sang node thứ 2: </a:t>
            </a:r>
            <a:r>
              <a:rPr sz="1900" b="0">
                <a:solidFill>
                  <a:srgbClr val="3598DB"/>
                </a:solidFill>
                <a:latin typeface="Consolas"/>
              </a:rPr>
              <a:t>*head = (*head)-&gt;next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10 -&gt; 9 -&gt; 8 -&gt; ... -&gt; NULL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9 -&gt; 8 -&gt; ... -&gt; NULL   // xoa node dau (10), head=9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xoadau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xoadau(node **head){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if(*head == NULL) return;     // DSLK rong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*deleteNode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(*head) = (*head)-&gt;next;      // head sang node thu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free(deleteNode);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Vẫn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 head-&gt;next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 cách 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xóa xong DSLK </a:t>
            </a:r>
            <a:r>
              <a:rPr sz="2000" b="1">
                <a:solidFill>
                  <a:srgbClr val="222B38"/>
                </a:solidFill>
                <a:latin typeface="Calibri"/>
              </a:rPr>
              <a:t>rỗng</a:t>
            </a:r>
            <a:r>
              <a:rPr sz="2000" b="0">
                <a:solidFill>
                  <a:srgbClr val="222B38"/>
                </a:solidFill>
                <a:latin typeface="Calibri"/>
              </a:rPr>
              <a:t>: phải cho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 = 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còn node: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đổi</a:t>
            </a:r>
            <a:r>
              <a:rPr sz="2000" b="0">
                <a:solidFill>
                  <a:srgbClr val="222B38"/>
                </a:solidFill>
                <a:latin typeface="Calibri"/>
              </a:rPr>
              <a:t>, chỉ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đổi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rỗng (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222B38"/>
                </a:solidFill>
                <a:latin typeface="Calibri"/>
              </a:rPr>
              <a:t>): return ngay, không xóa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chỉ 1 node: sau khi xóa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đều thành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nhiều node: chỉ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đổi,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giữ nguyên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phóng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đầu cũ bị tách khỏi danh sách sau khi 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</a:t>
            </a:r>
            <a:r>
              <a:rPr sz="2000" b="0">
                <a:solidFill>
                  <a:srgbClr val="222B38"/>
                </a:solidFill>
                <a:latin typeface="Calibri"/>
              </a:rPr>
              <a:t> node đó để tránh rò rỉ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Lưu địa chỉ </a:t>
            </a:r>
            <a:r>
              <a:rPr sz="20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head</a:t>
            </a:r>
            <a:r>
              <a:rPr sz="2000" b="0">
                <a:solidFill>
                  <a:srgbClr val="222B38"/>
                </a:solidFill>
                <a:latin typeface="Calibri"/>
              </a:rPr>
              <a:t>, giải phóng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Đầu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đầu là thao tác </a:t>
            </a:r>
            <a:r>
              <a:rPr sz="1800" b="1">
                <a:solidFill>
                  <a:srgbClr val="222B38"/>
                </a:solidFill>
                <a:latin typeface="Calibri"/>
              </a:rPr>
              <a:t>đơn giản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: không cần duyệt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kiểm tra DSLK rỗng trước khi xóa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set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 = NULL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xóa hết node cuối cùng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node cũ rồi mới giải phóng, tránh mất con trỏ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