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Cuối Trong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cuối trong DSLK đơn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đơn chỉ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next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lùi lại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xoá node cuối phải giữ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liền 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xử lý khác nhau tuỳ quản lý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hay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+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cuối (quản lý bằng 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tới </a:t>
            </a:r>
            <a:r>
              <a:rPr sz="1800" b="1">
                <a:solidFill>
                  <a:srgbClr val="222B38"/>
                </a:solidFill>
                <a:latin typeface="Calibri"/>
              </a:rPr>
              <a:t>node thứ 2 từ cuối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lại node cuối: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 = tmp-&gt;next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Cho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 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</a:t>
            </a:r>
            <a:r>
              <a:rPr sz="1800" b="0">
                <a:solidFill>
                  <a:srgbClr val="222B38"/>
                </a:solidFill>
                <a:latin typeface="Calibri"/>
              </a:rPr>
              <a:t>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free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8 -&gt; 9 -&gt; 10 -&gt;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Xoa node cuoi (10):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8 -&gt; 9 -&gt; NULL   // tmp=9, giai phong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xoacuoi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xoacuoi(node **head){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== NULL) return;          //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if((*head)-&gt;next == NULL){         // 1 node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free(*head); *head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while(tmp-&gt;next-&gt;next != NULL)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tmp = tmp-&gt;next;           // toi node thu 2 tu cuoi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node *delNode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tmp-&gt;next = NULL;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free(delNode);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phải xử lý DSLK 1 node riêng?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duyệt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tmp-&gt;next-&gt;next !=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2 bước 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DSLK chỉ có 1 node: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head-&gt;next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đã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 cập tiếp </a:t>
            </a:r>
            <a:r>
              <a:rPr sz="1709" b="0">
                <a:solidFill>
                  <a:srgbClr val="3598DB"/>
                </a:solidFill>
                <a:latin typeface="Consolas"/>
              </a:rPr>
              <a:t>-&gt;next</a:t>
            </a:r>
            <a:r>
              <a:rPr sz="1800" b="0">
                <a:solidFill>
                  <a:srgbClr val="222B38"/>
                </a:solidFill>
                <a:latin typeface="Calibri"/>
              </a:rPr>
              <a:t> trên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gây lỗi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Phải kiểm tra </a:t>
            </a:r>
            <a:r>
              <a:rPr sz="1709" b="0">
                <a:solidFill>
                  <a:srgbClr val="3598DB"/>
                </a:solidFill>
                <a:latin typeface="Consolas"/>
              </a:rPr>
              <a:t>head-&gt;next ==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xử lý riêng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duyệt tới node thứ 2 từ cuối như cách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cắt,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cập nhật tail = tmp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còn 1 node: xoá xong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tail =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 (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 ngay, không làm gì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1 node: xoá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, gán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 (và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≥2 node: duyệt tới node thứ 2 từ cuối rồi cắt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cuối bị tách ra, không còn ai trỏ tới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node đó để tránh </a:t>
            </a:r>
            <a:r>
              <a:rPr sz="2000" b="1">
                <a:solidFill>
                  <a:srgbClr val="222B38"/>
                </a:solidFill>
                <a:latin typeface="Calibri"/>
              </a:rPr>
              <a:t>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 khi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cắt liên kết </a:t>
            </a:r>
            <a:r>
              <a:rPr sz="1900" b="0">
                <a:solidFill>
                  <a:srgbClr val="3598DB"/>
                </a:solidFill>
                <a:latin typeface="Consolas"/>
              </a:rPr>
              <a:t>tmp-&gt;next = NULL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Cuối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cuối DSLK đơn phải duyệt vì không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prev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tách 3 trường hợp: rỗng → 1 node → ≥2 node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Quản lý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nhớ cập nhật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 sau khi xóa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node đã tách ra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delete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