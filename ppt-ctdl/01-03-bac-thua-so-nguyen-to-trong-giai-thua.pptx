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Bậc Thừa Số Nguyên Tố Trong Giai Thừa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CTDL &amp; Giải Thuật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toán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Bậc Thừa Số Nguyên Tố Trong Giai Thừa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Cho N và số nguyên tố p, tìm x lớn nhất sao cho N! chia hết cho p^x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Ví dụ: N = 10, p = 2 → N! chia hết tối đa cho 2^8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 có thể rất lớn nên </a:t>
            </a:r>
            <a:r>
              <a:rPr sz="2000" b="1">
                <a:solidFill>
                  <a:srgbClr val="222B38"/>
                </a:solidFill>
                <a:latin typeface="Calibri"/>
              </a:rPr>
              <a:t>không thể</a:t>
            </a:r>
            <a:r>
              <a:rPr sz="2000" b="0">
                <a:solidFill>
                  <a:srgbClr val="222B38"/>
                </a:solidFill>
                <a:latin typeface="Calibri"/>
              </a:rPr>
              <a:t> tính N! rồi mới chia cho 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Ý tưởng: đếm số lần p xuất hiện trong 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Bậc Thừa Số Nguyên Tố Trong Giai Thừa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N! = 1.2.3...N, vì p nguyên tố nên chỉ bội số của p mới chứa p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Bậc của p trong N! = tổng số lần p xuất hiện trong các bội số ≤ 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Ví dụ N=10, p=2: các bội 2, 4, 6, 8, 10 mới chứa thừa số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Cài đặt thuật toán ngây thơ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Bậc Thừa Số Nguyên Tố Trong Giai Thừa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88642"/>
            <a:ext cx="10765231" cy="69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Duyệt từng bội số của p ≤ N, phân tích xem bội đó chứa bao nhiêu p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430322"/>
            <a:ext cx="10765231" cy="353974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76626"/>
            <a:ext cx="10362895" cy="32471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find_power(int n, int p){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res = 0, tmp;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i = p; i &lt;= n; i += p){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tmp = i;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while(tmp % p == 0){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    ++res;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    tmp /= p;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res;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Công thức Legendre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Bậc Thừa Số Nguyên Tố Trong Giai Thừa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v_p(n!) = n/p + n/p² + n/p³ + ... (phép chia nguyên) cho tới p^L ≤ 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Ví dụ N=35, p=3: 35/3 + 35/9 + 35/27 = 11 + 3 + 1 = 15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Hiệu quả hơn hẳn cách ngây thơ: độ phức tạp chỉ còn </a:t>
            </a:r>
            <a:r>
              <a:rPr sz="2000" b="1">
                <a:solidFill>
                  <a:srgbClr val="222B38"/>
                </a:solidFill>
                <a:latin typeface="Calibri"/>
              </a:rPr>
              <a:t>O(log_p 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Vì sao công thức Legendre đúng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Bậc Thừa Số Nguyên Tố Trong Giai Thừa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n/p: đếm số bội của p, mỗi bội đóng góp ít nhất 1 lần thừa số p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n/p²: các bội chứa </a:t>
            </a:r>
            <a:r>
              <a:rPr sz="1800" b="1">
                <a:solidFill>
                  <a:srgbClr val="222B38"/>
                </a:solidFill>
                <a:latin typeface="Calibri"/>
              </a:rPr>
              <a:t>từ 2 thừa số p</a:t>
            </a:r>
            <a:r>
              <a:rPr sz="1800" b="0">
                <a:solidFill>
                  <a:srgbClr val="222B38"/>
                </a:solidFill>
                <a:latin typeface="Calibri"/>
              </a:rPr>
              <a:t> trở lên được cộng thêm 1 lần nữa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n/p³: các bội chứa từ 3 thừa số p được cộng thêm 1 lần nữa, v.v.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Mỗi số được đếm đúng bằng số thừa số p mà nó thực sự chứa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Cài đặt Legendre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Bậc Thừa Số Nguyên Tố Trong Giai Thừa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92604"/>
            <a:ext cx="10765231" cy="69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Độ phức tạp: </a:t>
            </a:r>
            <a:r>
              <a:rPr sz="2000" b="1">
                <a:solidFill>
                  <a:srgbClr val="222B38"/>
                </a:solidFill>
                <a:latin typeface="Calibri"/>
              </a:rPr>
              <a:t>O(log_p N)</a:t>
            </a:r>
            <a:r>
              <a:rPr sz="2000" b="0">
                <a:solidFill>
                  <a:srgbClr val="222B38"/>
                </a:solidFill>
                <a:latin typeface="Calibri"/>
              </a:rPr>
              <a:t>, rất nhanh so với thuật toán ngây thơ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834284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80588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legendre(int n, int p){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res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i = p; i &lt;= n; i *= p){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res += n / i;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res;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Ứng dụng: đếm số 0 liên tiếp cuối 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Bậc Thừa Số Nguyên Tố Trong Giai Thừa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Số 0 cuối N! sinh ra từ mỗi cặp thừa số (2, 5) vì 10 = 2 * 5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Vì 2 &lt; 5 nên bậc của 5 trong N! luôn nhỏ hơn hoặc bằng bậc của 2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Số cặp (2, 5) tối đa = bậc của </a:t>
            </a:r>
            <a:r>
              <a:rPr sz="1800" b="1">
                <a:solidFill>
                  <a:srgbClr val="222B38"/>
                </a:solidFill>
                <a:latin typeface="Calibri"/>
              </a:rPr>
              <a:t>5</a:t>
            </a:r>
            <a:r>
              <a:rPr sz="1800" b="0">
                <a:solidFill>
                  <a:srgbClr val="222B38"/>
                </a:solidFill>
                <a:latin typeface="Calibri"/>
              </a:rPr>
              <a:t> trong N! → chỉ cần tính legendre(n, 5)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881628"/>
            <a:ext cx="10765231" cy="94284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27932"/>
            <a:ext cx="10362895" cy="65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n; cin &gt;&gt; 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legendre(n, 5) &lt;&lt; endl;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Mở rộng: bậc của hợp số trong giai thừa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Bậc Thừa Số Nguyên Tố Trong Giai Thừa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Nếu p là hợp số, phân tích p = p1^e1 * p2^e2 * ... * pk^ek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Tính bậc x1, x2, ..., xk của từng thừa số nguyên tố pi trong N!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Bậc của hợp số p trong N! = min(x1/e1, x2/e2, ..., xk/ek)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Bậc Thừa Số Nguyên Tố Trong Giai Thừa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Bậc của p trong N! = số lần p xuất hiện khi phân tích thừa số N!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Công thức Legendre: cộng dồn n/p, n/p², n/p³... tới khi p^L &gt; n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Độ phức tạp Legendre O(log_p N), vượt trội so với duyệt từng bội O(N)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Đếm số 0 cuối N! chỉ cần tính bậc của 5 (vì bậc 5 luôn nhỏ hơn bậc 2)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Với hợp số p: lấy min(xi / ei) trên từng thừa số nguyên tố của 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