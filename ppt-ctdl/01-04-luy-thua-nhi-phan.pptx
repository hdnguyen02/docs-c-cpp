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Lũy Thừa Nhị Phân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Tính a^n nhanh hơn vòng lặp nhân n lần (O(N))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Binary exponentiation (lũy thừa nhị phân) đạt độ phức tạp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 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 đệ quy: chia đôi số mũ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Cơ sở: n = 0 → a^n = 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 chẵn: a^n = a^(n/2) * a^(n/2). Ví dụ 2^10 = 2^5 * 2^5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 lẻ: a^n = a^(n/2) * a^(n/2) * a. Ví dụ 2^11 = 2^5 * 2^5 * 2^1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binpow(int a,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0) return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ll X = binpow(a, n / 2);   // a^(n/2)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% 2 == 1) return X * X *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return X *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 vòng lặp: dựa vào bit nhị phân của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Biểu diễn n ở dạng nhị phân, mỗi bit 1 ở vị trí K ứng với thừa số a^(2^K)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 5^29 = 5^16 * 5^8 * 5^4 * 5^1 (bit 1 ở vị trí 4, 3, 2, 0)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lẻ luôn có bit cuối là 1 →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 % 2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kiểm tra bit hiện tại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Dịch phải n (chia 2) để chuyển sang xét bit tiếp theo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vòng lặp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vòng: nếu bit cuối của n là 1 thì nhân a vào kết quả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đó dịch phải n và bình phương a để chuẩn bị cho bit kế tiếp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binpow(ll a, ll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ll res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while(n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if(n &amp; 1) res *= a;   // bit cuối là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n &gt;&gt;= 1;              // dịch phải 1 bit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a *=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minh hoạ: a = 5, n =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n=29 (bit cuối 1): res=5, n→14, a→5²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n=14 (bit cuối 0): res=5, n→7, a→5⁴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n=7 (bit cuối 1): res=5⁵, n→3, a→5⁸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n=3 (bit cuối 1): res=5¹³, n→1, a→5¹⁶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n=1 (bit cuối 1): res=5²⁹, n→0 → dừng vòng lặp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vòng lặp n giảm đi một nửa (dịch phải 1 bit)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vòng lặp = số bit nhị phân của n = ⌈log2 n⌉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O(log2 N)</a:t>
            </a:r>
            <a:r>
              <a:rPr sz="2000" b="0">
                <a:solidFill>
                  <a:srgbClr val="222B38"/>
                </a:solidFill>
                <a:latin typeface="Calibri"/>
              </a:rPr>
              <a:t>, cho phép tính lũy thừa với số mũ tới 10^18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lũy thừa chia dư a^b %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hợp binpow với đồng dư để tránh tràn số khi a, b rất lớn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Chia dư </a:t>
            </a:r>
            <a:r>
              <a:rPr sz="1900" b="0">
                <a:solidFill>
                  <a:srgbClr val="3598DB"/>
                </a:solidFill>
                <a:latin typeface="Consolas"/>
              </a:rPr>
              <a:t>a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res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c ngay sau mỗi phép nhân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ll binpow(ll a, ll n, ll c){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ll res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 %=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while(n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if(n % 2 == 1){ res *= (a % c); res %= c;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n /=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a *= (a % c); a %=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Lũy Thừa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Lũy thừa nhị phân đạt độ phức tạp O(log N) thay vì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đệ quy: chia đôi số mũ, nhân thêm </a:t>
            </a:r>
            <a:r>
              <a:rPr sz="1709" b="0">
                <a:solidFill>
                  <a:srgbClr val="3598DB"/>
                </a:solidFill>
                <a:latin typeface="Consolas"/>
              </a:rPr>
              <a:t>a</a:t>
            </a:r>
            <a:r>
              <a:rPr sz="1800" b="0">
                <a:solidFill>
                  <a:srgbClr val="222B38"/>
                </a:solidFill>
                <a:latin typeface="Calibri"/>
              </a:rPr>
              <a:t> nếu số mũ lẻ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vòng lặp: duyệt từng bit của số mũ, nhân khi gặp bit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Kết hợp với chia dư để tính a^b % c mà không bị tràn số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