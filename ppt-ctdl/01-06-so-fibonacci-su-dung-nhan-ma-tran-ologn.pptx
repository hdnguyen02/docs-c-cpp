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Số Fibonacci Sử Dụng Nhân Ma Trận O(logN)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Số Fibonacci Sử Dụng Nhân Ma Trận O(logN)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Tìm số Fibonacci thứ N, kể cả khi N lớn tới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10^18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Yêu cầu một thuật toán nhanh hơn hẳn quy hoạch động thông thường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So sánh các cách tính Fibonacci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Số Fibonacci Sử Dụng Nhân Ma Trận O(logN)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Đệ quy thường: độ phức tạp rất tệ, khoảng O(1.618^N)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Quy hoạch động: O(N) — chấp nhận được khi N ≤ 10^7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Nhân ma trận (chia để trị): </a:t>
            </a:r>
            <a:r>
              <a:rPr sz="2000" b="1">
                <a:solidFill>
                  <a:srgbClr val="222B38"/>
                </a:solidFill>
                <a:latin typeface="Calibri"/>
              </a:rPr>
              <a:t>O(log N)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dùng khi N cực lớn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Ý tưởng: biểu diễn Fibonacci bằng lũy thừa ma trận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Số Fibonacci Sử Dụng Nhân Ma Trận O(logN)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Xây dựng ma trận cơ sở A = [[1,1],[1,0]]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Fibonacci thứ N nằm trong ma trận </a:t>
            </a:r>
            <a:r>
              <a:rPr sz="1800" b="1">
                <a:solidFill>
                  <a:srgbClr val="222B38"/>
                </a:solidFill>
                <a:latin typeface="Calibri"/>
              </a:rPr>
              <a:t>A^N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kiến thức nhân ma trận và lũy thừa nhị phân để cài đặt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Tính A^N chỉ tốn O(log N) nhờ lũy thừa nhị phân trên ma trận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đặt: struct ma trận và phép nhân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Số Fibonacci Sử Dụng Nhân Ma Trận O(logN)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Nạp chồng toán tử </a:t>
            </a:r>
            <a:r>
              <a:rPr sz="1900" b="0">
                <a:solidFill>
                  <a:srgbClr val="3598DB"/>
                </a:solidFill>
                <a:latin typeface="Consolas"/>
              </a:rPr>
              <a:t>*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ma trận 2x2, chia dư mỗi phần tử cho MOD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223008"/>
            <a:ext cx="10765231" cy="413207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69312"/>
            <a:ext cx="10362895" cy="3839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struct matran{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ll X[2][2];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friend matran operator * (matran a, matran 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    matran 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    for(int i = 0; i &lt; 2;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    for(int j = 0; j &lt; 2; j++){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        c.X[i][j]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        for(int k = 0; k &lt; 2; k++){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            c.X[i][j] += a.X[i][k] * b.X[k][j];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            c.X[i][j] %= MOD;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    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    return 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đặt: lũy thừa ma trận bằng binpow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Số Fibonacci Sử Dụng Nhân Ma Trận O(logN)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Áp dụng đúng công thức lũy thừa nhị phân, thay số bằng ma trận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quả Fibonacci thứ N nằm ở phần tử X[0][1] của A^N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matran binpow(matran a, ll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== 1) return 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matran tmp = binpow(a, n / 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% 2 == 1) return tmp * tmp * 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 return tmp * tmp;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a.X = {{1,1},{1,0}};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Fibonacci(n) = binpow(a, n).X[0][1]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Độ phức tạp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Số Fibonacci Sử Dụng Nhân Ma Trận O(logN)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lần nhân ma trận 2x2 tốn thời gian hằng số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Số lần nhân ma trận bằng số bước của lũy thừa nhị phân: </a:t>
            </a:r>
            <a:r>
              <a:rPr sz="2000" b="1">
                <a:solidFill>
                  <a:srgbClr val="222B38"/>
                </a:solidFill>
                <a:latin typeface="Calibri"/>
              </a:rPr>
              <a:t>O(log 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Cho phép tính Fibonacci thứ 10^18 trong thời gian rất nhanh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Số Fibonacci Sử Dụng Nhân Ma Trận O(logN)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Fibonacci thứ N có thể tính qua lũy thừa ma trận A = [[1,1],[1,0]]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Kết quả nằm ở phần tử X[0][1] của ma trận A^N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Độ phức tạp O(log N), vượt trội so với quy hoạch động O(N)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nắm vững nhân ma trận và lũy thừa nhị phân trước khi cài đặt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