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Thêm Node Vào Cuối DSLK Đôi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thêm node vào cuối DSLK đôi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duyệt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node cuối cùng</a:t>
            </a:r>
            <a:r>
              <a:rPr sz="2000" b="0">
                <a:solidFill>
                  <a:srgbClr val="222B38"/>
                </a:solidFill>
                <a:latin typeface="Calibri"/>
              </a:rPr>
              <a:t> rồi nối node mới vào sau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Cập nhật </a:t>
            </a:r>
            <a:r>
              <a:rPr sz="2000" b="1">
                <a:solidFill>
                  <a:srgbClr val="222B38"/>
                </a:solidFill>
                <a:latin typeface="Calibri"/>
              </a:rPr>
              <a:t>cả next của node cuối cũ và prev của node mới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rỗng là trường hợp đặc biệt: chưa có node cuối để nối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thêm vào cuối (cách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Cấp phát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Nếu DSLK rỗng: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*head = newNode</a:t>
            </a:r>
            <a:r>
              <a:rPr sz="1800" b="0">
                <a:solidFill>
                  <a:srgbClr val="222B38"/>
                </a:solidFill>
                <a:latin typeface="Calibri"/>
              </a:rPr>
              <a:t>, kết thúc luôn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</a:t>
            </a:r>
            <a:r>
              <a:rPr sz="1800" b="0">
                <a:solidFill>
                  <a:srgbClr val="222B38"/>
                </a:solidFill>
                <a:latin typeface="Calibri"/>
              </a:rPr>
              <a:t> tới node cuối (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tmp-&gt;next ==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Nối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tmp-&gt;next = newNode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newNode-&gt;prev = tmp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Truoc:  1 &lt;-&gt; 2 &lt;-&gt; 3 &lt;-&gt; NULL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Them node 4 vao cuoi: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Sau:    1 &lt;-&gt; 2 &lt;-&gt; 3 &lt;-&gt; 4 &lt;-&gt; NULL   // tmp=3, newNode=4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themcuoi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 Đôi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48230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94534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themcuoi(node **head,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*newNode = (node*)malloc(sizeof(node));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newNode-&gt;data =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newNode-&gt;next = newNode-&gt;prev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if(*head == NULL){ *head = newNode; return; }  // DSLK rong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*tmp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while(tmp-&gt;next != NULL)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tmp = tmp-&gt;next;              // toi node cuoi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tmp-&gt;next = newNode;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newNode-&gt;prev =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2 và cách 3: điểm khác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Cách 2</a:t>
            </a:r>
            <a:r>
              <a:rPr sz="1800" b="0">
                <a:solidFill>
                  <a:srgbClr val="222B38"/>
                </a:solidFill>
                <a:latin typeface="Calibri"/>
              </a:rPr>
              <a:t>: hàm trả về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, DSLK rỗng thì trả thẳng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Cách 3</a:t>
            </a:r>
            <a:r>
              <a:rPr sz="1800" b="0">
                <a:solidFill>
                  <a:srgbClr val="222B38"/>
                </a:solidFill>
                <a:latin typeface="Calibri"/>
              </a:rPr>
              <a:t> (head+tail):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cần duyệt</a:t>
            </a:r>
            <a:r>
              <a:rPr sz="1800" b="0">
                <a:solidFill>
                  <a:srgbClr val="222B38"/>
                </a:solidFill>
                <a:latin typeface="Calibri"/>
              </a:rPr>
              <a:t>, nối thẳng vào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rỗng: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 = tail = newNode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node: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tail-&gt;next = newNode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newNode-&gt;prev = tail</a:t>
            </a:r>
            <a:r>
              <a:rPr sz="1800" b="0">
                <a:solidFill>
                  <a:srgbClr val="222B38"/>
                </a:solidFill>
                <a:latin typeface="Calibri"/>
              </a:rPr>
              <a:t>, rồi </a:t>
            </a:r>
            <a:r>
              <a:rPr sz="1800" b="1">
                <a:solidFill>
                  <a:srgbClr val="222B38"/>
                </a:solidFill>
                <a:latin typeface="Calibri"/>
              </a:rPr>
              <a:t>cập nhật tail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quản lý bằng tail lại nhanh hơn?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1 và 2 phải duyệt từ đầu tới cuối mỗi lần thêm — O(n)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3 giữ sẵn con trỏ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, thêm cuối chỉ mất </a:t>
            </a:r>
            <a:r>
              <a:rPr sz="2000" b="1">
                <a:solidFill>
                  <a:srgbClr val="222B38"/>
                </a:solidFill>
                <a:latin typeface="Calibri"/>
              </a:rPr>
              <a:t>O(1)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Đổi lại phải luôn nhớ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sau mỗi lần thêm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rỗng: gán thẳng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newNode</a:t>
            </a:r>
            <a:r>
              <a:rPr sz="2000" b="0">
                <a:solidFill>
                  <a:srgbClr val="222B38"/>
                </a:solidFill>
                <a:latin typeface="Calibri"/>
              </a:rPr>
              <a:t> (và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 = newNode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1 node: node đó vừa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vừa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nhiều node: duyệt hết hoặc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sẵn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Thêm Node Vào Cuối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Thêm cuối DSLK đôi: nối </a:t>
            </a:r>
            <a:r>
              <a:rPr sz="1709" b="0">
                <a:solidFill>
                  <a:srgbClr val="3598DB"/>
                </a:solidFill>
                <a:latin typeface="Consolas"/>
              </a:rPr>
              <a:t>next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node cuối cũ, </a:t>
            </a:r>
            <a:r>
              <a:rPr sz="1709" b="0">
                <a:solidFill>
                  <a:srgbClr val="3598DB"/>
                </a:solidFill>
                <a:latin typeface="Consolas"/>
              </a:rPr>
              <a:t>prev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node mới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rỗng phải xử lý riêng vì chưa có node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thêm cuối chỉ O(1), nhưng phải cập nhật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 sau khi thêm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3 cách cài đặt cho cùng một kết quả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