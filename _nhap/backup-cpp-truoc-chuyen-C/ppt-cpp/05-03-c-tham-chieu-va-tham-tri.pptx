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Tham Chiếu Và Tham Trị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trị và tham chiếu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gọi hàm,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đối số</a:t>
            </a:r>
            <a:r>
              <a:rPr sz="2000" b="0">
                <a:solidFill>
                  <a:srgbClr val="222B38"/>
                </a:solidFill>
                <a:latin typeface="Calibri"/>
              </a:rPr>
              <a:t> gán giá trị cho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Câu hỏi: thay đổi tham số có ảnh hưởng đối số gốc không?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C++ có 2 cách xây dựng tham số: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chiếu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Truyền tham trị (pass by value)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biến độc lập</a:t>
            </a:r>
            <a:r>
              <a:rPr sz="2000" b="0">
                <a:solidFill>
                  <a:srgbClr val="222B38"/>
                </a:solidFill>
                <a:latin typeface="Calibri"/>
              </a:rPr>
              <a:t>, có địa chỉ riêng trong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Đối số chỉ gán giá trị cho tham số, không chia sẻ ô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trong hàm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ảnh hưởng đối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m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m;   // vẫn là 1000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Truyền tham chiếu (pass by reference)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tên tham số khi khai báo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và đối số dùng chung </a:t>
            </a:r>
            <a:r>
              <a:rPr sz="2000" b="1">
                <a:solidFill>
                  <a:srgbClr val="222B38"/>
                </a:solidFill>
                <a:latin typeface="Calibri"/>
              </a:rPr>
              <a:t>1 ô nhớ</a:t>
            </a:r>
            <a:r>
              <a:rPr sz="2000" b="0">
                <a:solidFill>
                  <a:srgbClr val="222B38"/>
                </a:solidFill>
                <a:latin typeface="Calibri"/>
              </a:rPr>
              <a:t> (cùng địa chỉ)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trong hàm ⇒ đối số cũng đổi theo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&amp;n){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m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m;   // thành 1100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sánh nhanh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trị: 2 biến riêng biệt, đối số luôn an toàn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chiếu: chung địa chỉ, đối số bị thay đổi thật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chiếu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nhận hằng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làm đối số, ví dụ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thaydoi(1000)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sai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Ngôn ngữ C không có tham chiếu, phải dùng con trỏ thay thế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hoán đổi 2 biến qua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swap1 dùng tham trị nên không đổi được x, y; swap2 dùng tham chiếu nên đổi thật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swap1(int a, int b){ int t=a; a=b; b=t;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swap2(int &amp;a, int &amp;b){ int t=a; a=b; b=t;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x=100, y=200;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swap1(x, y); // x=100 y=200 (không đổi)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swap2(x, y); // x=200 y=100 (đổi thật)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Tham Chiếu Và Tham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đối số và tham số là 2 biến khác nhau, an toàn nhưng không sửa được đối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chiếu</a:t>
            </a:r>
            <a:r>
              <a:rPr sz="1800" b="0">
                <a:solidFill>
                  <a:srgbClr val="222B38"/>
                </a:solidFill>
                <a:latin typeface="Calibri"/>
              </a:rPr>
              <a:t>: tham số dùng chung địa chỉ với đối số, sửa tham số = sửa đối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hàm thay đổi được giá trị gốc (như swap) thì dùng tham chiếu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truyền hằng số cho tham số kiểu tham chiếu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