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Lý Thuyết Số Và Toán Học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cần lý thuyết số khi học lập trình?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Số Và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Toán học giúp nâng cao </a:t>
            </a:r>
            <a:r>
              <a:rPr sz="2000" b="1">
                <a:solidFill>
                  <a:srgbClr val="222B38"/>
                </a:solidFill>
                <a:latin typeface="Calibri"/>
              </a:rPr>
              <a:t>tư duy logic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khả năng suy luận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Bài này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mục lục tổng hợp</a:t>
            </a:r>
            <a:r>
              <a:rPr sz="2000" b="0">
                <a:solidFill>
                  <a:srgbClr val="222B38"/>
                </a:solidFill>
                <a:latin typeface="Calibri"/>
              </a:rPr>
              <a:t> các chủ đề số học cần nắm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chủ đề được học chi tiết ở một bài riêng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Nhóm chủ đề: tính chất đặc biệt của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Số Và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Số nguyên tố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Số chính phương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Số thuận nghịch</a:t>
            </a:r>
            <a:r>
              <a:rPr sz="1700" b="0">
                <a:solidFill>
                  <a:srgbClr val="222B38"/>
                </a:solidFill>
                <a:latin typeface="Calibri"/>
              </a:rPr>
              <a:t> (đối xứng)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Số hoàn hảo</a:t>
            </a:r>
            <a:r>
              <a:rPr sz="1700" b="0">
                <a:solidFill>
                  <a:srgbClr val="222B38"/>
                </a:solidFill>
                <a:latin typeface="Calibri"/>
              </a:rPr>
              <a:t> (hoàn thiện)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Số Fibonacci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Nhóm chủ đề: ước, bội và phân tích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Số Và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Đếm (tính tổng) </a:t>
            </a:r>
            <a:r>
              <a:rPr sz="1800" b="1">
                <a:solidFill>
                  <a:srgbClr val="222B38"/>
                </a:solidFill>
                <a:latin typeface="Calibri"/>
              </a:rPr>
              <a:t>ước của số nguyên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Ước chung lớn nhất</a:t>
            </a:r>
            <a:r>
              <a:rPr sz="1800" b="0">
                <a:solidFill>
                  <a:srgbClr val="222B38"/>
                </a:solidFill>
                <a:latin typeface="Calibri"/>
              </a:rPr>
              <a:t> - Bội chung nhỏ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Phân tích thừa số nguyên tố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Sàng số nguyên tố Eratosthenes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Nhóm chủ đề nâng 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Số Và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Lý thuyết đồng dư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Công thức Legendre</a:t>
            </a:r>
            <a:r>
              <a:rPr sz="2000" b="0">
                <a:solidFill>
                  <a:srgbClr val="222B38"/>
                </a:solidFill>
                <a:latin typeface="Calibri"/>
              </a:rPr>
              <a:t> (bậc thừa số nguyên tố trong giai thừa)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Lũy thừa nhị phân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Số Và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Đây là bài </a:t>
            </a:r>
            <a:r>
              <a:rPr sz="2000" b="1">
                <a:solidFill>
                  <a:srgbClr val="222B38"/>
                </a:solidFill>
                <a:latin typeface="Calibri"/>
              </a:rPr>
              <a:t>mục lục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đi sâu chi tiết thuật toán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Nên học từng chủ đề nhỏ theo đúng bài riêng của nó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 chủ đề này là nền tảng cho nhiều bài tập đệ quy và mảng sau này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