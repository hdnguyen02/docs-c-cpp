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Sort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sort()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Thuộc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algorithm</a:t>
            </a:r>
            <a:r>
              <a:rPr sz="1800" b="0">
                <a:solidFill>
                  <a:srgbClr val="222B38"/>
                </a:solidFill>
                <a:latin typeface="Calibri"/>
              </a:rPr>
              <a:t>, cài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intro-sort</a:t>
            </a:r>
            <a:r>
              <a:rPr sz="1800" b="0">
                <a:solidFill>
                  <a:srgbClr val="222B38"/>
                </a:solidFill>
                <a:latin typeface="Calibri"/>
              </a:rPr>
              <a:t> (quick sort + heap sort)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O(NlogN)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Áp dụng được cho mảng,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Mặc định sắp </a:t>
            </a:r>
            <a:r>
              <a:rPr sz="1800" b="1">
                <a:solidFill>
                  <a:srgbClr val="222B38"/>
                </a:solidFill>
                <a:latin typeface="Calibri"/>
              </a:rPr>
              <a:t>tăng dần</a:t>
            </a:r>
            <a:r>
              <a:rPr sz="1800" b="0">
                <a:solidFill>
                  <a:srgbClr val="222B38"/>
                </a:solidFill>
                <a:latin typeface="Calibri"/>
              </a:rPr>
              <a:t>; muốn giảm dần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greater&lt;type&gt;()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sort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n);                    // toan bo mang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 + x, a + y + 1);            // tu chi so x den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n, greater&lt;int&gt;());    // giam dan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sort mảng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a[] = {3,1,2,5,6,4,8,9,10,7};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 5 6 7 8 9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+ 10, greater&lt;int&gt;());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10 9 8 7 6 5 4 3 2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sort mảng char/string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Char/string mặc định sort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thứ tự từ điển</a:t>
            </a:r>
            <a:r>
              <a:rPr sz="2000" b="0">
                <a:solidFill>
                  <a:srgbClr val="222B38"/>
                </a:solidFill>
                <a:latin typeface="Calibri"/>
              </a:rPr>
              <a:t> tăng dần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a[] = {'2','8','t','e','c','h','a','z'};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+ 8);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 8 a c e h t 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+ 8, greater&lt;char&gt;());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z t h e c a 8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sort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sort(a.begin(), a.end());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sort(a.begin()+x, a.begin()+y+1);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sort(a.begin(), a.end(), greater&lt;int&gt;());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vector&lt;int&gt; v = {3,1,2,5,4};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sort(v.begin(), v.end());                  // 1 2 3 4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sort(v.begin(), v.end(), greater&lt;int&gt;());  // 5 4 3 2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giá trị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Sort trước để giá trị giống nhau đứng cạnh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!= a[i-1])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{1,3,3,3,2,1,2,2,2,4,0,2} -&gt; dem =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chênh lệch nhỏ nhất giữa 2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Sort để giá trị gần nhau đứng cạnh nhau, chỉ xét cặp liền kề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O(NlogN) thay vì O(N²) nếu xét mọi cặp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max_diff = 1e9;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max_diff = min(max_diff, a[i] - a[i-1]);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{3,8,10,4,12,21,1} -&gt; max_diff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tần suất sau khi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9260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Sort trước, đếm phần tử bằng liền kề, in khi gặp giá trị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34284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80588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== a[i-1])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{ cout&lt;&lt;a[i-1]&lt;&lt;" xuat hien "&lt;&lt;dem&lt;&lt;" lan\n"; dem=1;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a[n-1] &lt;&lt; " xuat hien " &lt;&lt; dem &lt;&lt; " lan\n";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Sort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mặc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tăng dần</a:t>
            </a:r>
            <a:r>
              <a:rPr sz="1800" b="0">
                <a:solidFill>
                  <a:srgbClr val="222B38"/>
                </a:solidFill>
                <a:latin typeface="Calibri"/>
              </a:rPr>
              <a:t>,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greater&lt;type&gt;()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giảm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O(NlogN)</a:t>
            </a:r>
            <a:r>
              <a:rPr sz="1800" b="0">
                <a:solidFill>
                  <a:srgbClr val="222B38"/>
                </a:solidFill>
                <a:latin typeface="Calibri"/>
              </a:rPr>
              <a:t>, dùng cho mảng/vector/string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Sort trước giúp nhiều bài toán dễ và nhanh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String/char sort mặc định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từ điển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