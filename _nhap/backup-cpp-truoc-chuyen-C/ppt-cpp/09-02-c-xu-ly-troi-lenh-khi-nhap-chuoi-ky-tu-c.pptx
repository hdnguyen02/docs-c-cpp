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Xử Lý Trôi Lệnh Khi Nhập Chuỗi Ký Tự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Hiện tượng trôi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 Ký Tự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 &gt;&gt;</a:t>
            </a:r>
            <a:r>
              <a:rPr sz="2000" b="0">
                <a:solidFill>
                  <a:srgbClr val="222B38"/>
                </a:solidFill>
                <a:latin typeface="Calibri"/>
              </a:rPr>
              <a:t>, xong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nhập xâu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2000" b="0">
                <a:solidFill>
                  <a:srgbClr val="222B38"/>
                </a:solidFill>
                <a:latin typeface="Calibri"/>
              </a:rPr>
              <a:t> bị </a:t>
            </a:r>
            <a:r>
              <a:rPr sz="2000" b="1">
                <a:solidFill>
                  <a:srgbClr val="222B38"/>
                </a:solidFill>
                <a:latin typeface="Calibri"/>
              </a:rPr>
              <a:t>trôi qua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dừng lại để chờ nhập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quả: xâu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trở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rỗng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getline(cin, s);   // bị trôi, s rỗng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nhân: ký tự enter còn sót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 Ký Tự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 &gt;&gt; n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lấy phần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 số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lấy ký tự enter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Ký tự enter đó vẫn nằm lại trong </a:t>
            </a:r>
            <a:r>
              <a:rPr sz="2000" b="1">
                <a:solidFill>
                  <a:srgbClr val="222B38"/>
                </a:solidFill>
                <a:latin typeface="Calibri"/>
              </a:rPr>
              <a:t>luồng vào cin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getline() gặp ngay enter sót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 Ký Tự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từ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tới khi gặp ký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xuống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Gặp ngay enter còn sót → dừng đọc </a:t>
            </a:r>
            <a:r>
              <a:rPr sz="2000" b="1">
                <a:solidFill>
                  <a:srgbClr val="222B38"/>
                </a:solidFill>
                <a:latin typeface="Calibri"/>
              </a:rPr>
              <a:t>ngay lập tức</a:t>
            </a:r>
            <a:r>
              <a:rPr sz="2000" b="0">
                <a:solidFill>
                  <a:srgbClr val="222B38"/>
                </a:solidFill>
                <a:latin typeface="Calibri"/>
              </a:rPr>
              <a:t>, chưa nhận ký tự nào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Xâu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do đó là xâu </a:t>
            </a:r>
            <a:r>
              <a:rPr sz="2000" b="1">
                <a:solidFill>
                  <a:srgbClr val="222B38"/>
                </a:solidFill>
                <a:latin typeface="Calibri"/>
              </a:rPr>
              <a:t>rỗng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nào không bị trôi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 Ký Tự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đứng ngay sau một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2000" b="0">
                <a:solidFill>
                  <a:srgbClr val="222B38"/>
                </a:solidFill>
                <a:latin typeface="Calibri"/>
              </a:rPr>
              <a:t> khác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bị trôi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2000" b="0">
                <a:solidFill>
                  <a:srgbClr val="222B38"/>
                </a:solidFill>
                <a:latin typeface="Calibri"/>
              </a:rPr>
              <a:t> tự loại bỏ enter cuối dòng, không để sót như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 &gt;&gt;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khắc phục: cin.ignore()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 Ký Tự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8121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Gọi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cin.ignore()</a:t>
            </a:r>
            <a:r>
              <a:rPr sz="1800" b="0">
                <a:solidFill>
                  <a:srgbClr val="222B38"/>
                </a:solidFill>
                <a:latin typeface="Calibri"/>
              </a:rPr>
              <a:t> (hoặc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cin.ignore(1)</a:t>
            </a:r>
            <a:r>
              <a:rPr sz="1800" b="0">
                <a:solidFill>
                  <a:srgbClr val="222B38"/>
                </a:solidFill>
                <a:latin typeface="Calibri"/>
              </a:rPr>
              <a:t>)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bỏ enter còn sót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thể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getchar()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thế: đọc bỏ 1 ký tự, cũng loại được enter thừa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26841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3145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cin.ignore();      // loại bỏ ký tự enter còn sót trong cin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getline(cin, s);   // giờ chạy đúng, chờ nhập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 Ký Tự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Trôi lệnh xảy ra khi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đứng </a:t>
            </a:r>
            <a:r>
              <a:rPr sz="1800" b="1">
                <a:solidFill>
                  <a:srgbClr val="222B38"/>
                </a:solidFill>
                <a:latin typeface="Calibri"/>
              </a:rPr>
              <a:t>ngay sau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 &gt;&gt;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Nguyên nhân: ký tự enter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 &gt;&gt;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còn sót trong luồng vào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Khắc phục: 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cin.ignore()</a:t>
            </a:r>
            <a:r>
              <a:rPr sz="1800" b="0">
                <a:solidFill>
                  <a:srgbClr val="222B38"/>
                </a:solidFill>
                <a:latin typeface="Calibri"/>
              </a:rPr>
              <a:t> (hoặc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getchar()</a:t>
            </a:r>
            <a:r>
              <a:rPr sz="1800" b="0">
                <a:solidFill>
                  <a:srgbClr val="222B38"/>
                </a:solidFill>
                <a:latin typeface="Calibri"/>
              </a:rPr>
              <a:t>) trước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một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1800" b="0">
                <a:solidFill>
                  <a:srgbClr val="222B38"/>
                </a:solidFill>
                <a:latin typeface="Calibri"/>
              </a:rPr>
              <a:t> khác thì không cần xử lý gì thêm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