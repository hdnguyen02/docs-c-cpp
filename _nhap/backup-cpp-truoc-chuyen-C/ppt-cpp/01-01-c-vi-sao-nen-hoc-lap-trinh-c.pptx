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Vì Sao Nên Học Lập Trình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Vì sao chọn C++ để bắt đầu?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Vì Sao Nên Học Lập Trình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Rất nhiều ngôn ngữ: C/C++, Python, PHP, Java, JavaScript, Go...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Ngôn ngữ chỉ là công cụ, kiến thức mới quan trọng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C++ là lựa chọn nền tảng phù hợp để học lập trình đầu tiên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C++ là ngôn ngữ nền tảng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Vì Sao Nên Học Lập Trình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</a:t>
            </a:r>
            <a:r>
              <a:rPr sz="1800" b="0">
                <a:solidFill>
                  <a:srgbClr val="222B38"/>
                </a:solidFill>
                <a:latin typeface="Calibri"/>
              </a:rPr>
              <a:t> và </a:t>
            </a:r>
            <a:r>
              <a:rPr sz="1800" b="1">
                <a:solidFill>
                  <a:srgbClr val="222B38"/>
                </a:solidFill>
                <a:latin typeface="Calibri"/>
              </a:rPr>
              <a:t>C++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2 ngôn ngữ khác nhau nhưng hay đi cùng nhau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Thành thạo 2 ngôn ngữ này giúp học ngôn ngữ khác nhanh hơn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C++ là bản mở rộng của C: thêm tính năng, thư viện, thuật toán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Không bắt buộc học C thì nên học </a:t>
            </a:r>
            <a:r>
              <a:rPr sz="1800" b="1">
                <a:solidFill>
                  <a:srgbClr val="222B38"/>
                </a:solidFill>
                <a:latin typeface="Calibri"/>
              </a:rPr>
              <a:t>C++</a:t>
            </a:r>
            <a:r>
              <a:rPr sz="1800" b="0">
                <a:solidFill>
                  <a:srgbClr val="222B38"/>
                </a:solidFill>
                <a:latin typeface="Calibri"/>
              </a:rPr>
              <a:t> ngay từ đầu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Dễ tiếp cận, tài liệu và cộng đồng lớn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Vì Sao Nên Học Lập Trình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C++ dễ học hơn so với đồn đại, dễ hơn cả Assembly, Prolog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Tài liệu, video hướng dẫn dồi dào trên Youtube, Google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Cộng đồng người học đông đảo, dễ tìm chỗ hỏi đáp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Được giảng dạy rộng rãi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Vì Sao Nên Học Lập Trình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Nhiều đại học dùng C++ để giảng dạy: UET, PTIT, UIT, HUST...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phổ biến ở bậc THCS, THPT trong các kỳ thi lập trình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Thư viện mạnh, tối ưu cho thuật toán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Vì Sao Nên Học Lập Trình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Có sẵn thư viện </a:t>
            </a:r>
            <a:r>
              <a:rPr sz="2000" b="1">
                <a:solidFill>
                  <a:srgbClr val="222B38"/>
                </a:solidFill>
                <a:latin typeface="Calibri"/>
              </a:rPr>
              <a:t>thuật toán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</a:t>
            </a:r>
            <a:r>
              <a:rPr sz="2000" b="1">
                <a:solidFill>
                  <a:srgbClr val="222B38"/>
                </a:solidFill>
                <a:latin typeface="Calibri"/>
              </a:rPr>
              <a:t>cấu trúc dữ liệu</a:t>
            </a:r>
            <a:r>
              <a:rPr sz="2000" b="0">
                <a:solidFill>
                  <a:srgbClr val="222B38"/>
                </a:solidFill>
                <a:latin typeface="Calibri"/>
              </a:rPr>
              <a:t> mạnh mẽ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Tốc độ thực thi nhanh, phù hợp lập trình thi đấu, Olympic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Học C++ giúp làm quen thư viện tương tự ở Java, Python sau này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Vì Sao Nên Học Lập Trình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C++</a:t>
            </a:r>
            <a:r>
              <a:rPr sz="1800" b="0">
                <a:solidFill>
                  <a:srgbClr val="222B38"/>
                </a:solidFill>
                <a:latin typeface="Calibri"/>
              </a:rPr>
              <a:t> là ngôn ngữ nền tảng, học xong dễ chuyển ngôn ngữ khác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Dễ tiếp cận với người mới hơn nhiều người nghĩ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Tài liệu, cộng đồng, môi trường giảng dạy đều rất lớn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Thư viện thuật toán mạnh, tối ưu cho lập trình thi đấu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