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Nhập Xuất Với Cin và Cout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ra màn hình với 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Cin và Cout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cout</a:t>
            </a:r>
            <a:r>
              <a:rPr sz="2000" b="0">
                <a:solidFill>
                  <a:srgbClr val="222B38"/>
                </a:solidFill>
                <a:latin typeface="Calibri"/>
              </a:rPr>
              <a:t> hiển thị số nguyên, số thực, biến, text ra màn hình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Đi kèm toán tử chèn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&lt;&lt;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thư viện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iostream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using namespace std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"codelab blog"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"codelab.dev" &lt;&lt; " " &lt;&lt; "C++ programming !"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100 &lt;&lt; " " &lt;&lt; 200 &lt;&lt; " " &lt;&lt; 300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282828;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"Gia tri cua bien n : " &lt;&lt; n &lt;&lt; endl;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giá trị bool và boolalpha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Cin và Cout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true</a:t>
            </a:r>
            <a:r>
              <a:rPr sz="2000" b="0">
                <a:solidFill>
                  <a:srgbClr val="222B38"/>
                </a:solidFill>
                <a:latin typeface="Calibri"/>
              </a:rPr>
              <a:t> hiển thị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1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false</a:t>
            </a:r>
            <a:r>
              <a:rPr sz="2000" b="0">
                <a:solidFill>
                  <a:srgbClr val="222B38"/>
                </a:solidFill>
                <a:latin typeface="Calibri"/>
              </a:rPr>
              <a:t> hiển thị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boolalpha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biến để in chữ </a:t>
            </a:r>
            <a:r>
              <a:rPr sz="2000" b="1">
                <a:solidFill>
                  <a:srgbClr val="222B38"/>
                </a:solidFill>
                <a:latin typeface="Calibri"/>
              </a:rPr>
              <a:t>true/false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check = true, used =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check &lt;&lt; " " &lt;&lt; used &lt;&lt; endl;      // 1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check &lt;&lt; endl;         // true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boolalpha &lt;&lt; used &lt;&lt; endl;          // false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số thực với độ chính xác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Cin và Cout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Thêm </a:t>
            </a:r>
            <a:r>
              <a:rPr sz="1900" b="0">
                <a:solidFill>
                  <a:srgbClr val="3598DB"/>
                </a:solidFill>
                <a:latin typeface="Consolas"/>
              </a:rPr>
              <a:t>fixed &lt;&lt; setprecision(k)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biến để in </a:t>
            </a:r>
            <a:r>
              <a:rPr sz="1900" b="0">
                <a:solidFill>
                  <a:srgbClr val="3598DB"/>
                </a:solidFill>
                <a:latin typeface="Consolas"/>
              </a:rPr>
              <a:t>k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chữ số thập phân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thư viện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iomanip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setprecision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"iomanip"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a = 30.192387;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b = 9.18293;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fixed &lt;&lt; setprecision(2) &lt;&lt; a &lt;&lt; endl;   // 30.19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fixed &lt;&lt; setprecision(10) &lt;&lt; b &lt;&lt; endl;  // 9.1829300000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Căn chỉnh độ rộng: setw và setfill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Cin và Cout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setw(k)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đặt độ rộng in ra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k</a:t>
            </a:r>
            <a:r>
              <a:rPr sz="2000" b="0">
                <a:solidFill>
                  <a:srgbClr val="222B38"/>
                </a:solidFill>
                <a:latin typeface="Calibri"/>
              </a:rPr>
              <a:t> ký tự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setfill(c)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khoảng trắng còn thiếu bằng ký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12345;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setw(10) &lt;&lt; n &lt;&lt; endl;                     //      12345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setw(10) &lt;&lt; setfill('0') &lt;&lt; n &lt;&lt; endl;     // 0000012345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setw(10) &lt;&lt; setfill('#') &lt;&lt; "codelab" &lt;&lt; endl; // ####codelab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 dữ liệu với cin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Cin và Cout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cin</a:t>
            </a:r>
            <a:r>
              <a:rPr sz="2000" b="0">
                <a:solidFill>
                  <a:srgbClr val="222B38"/>
                </a:solidFill>
                <a:latin typeface="Calibri"/>
              </a:rPr>
              <a:t> nhập dữ liệu từ bàn phím, đi kèm toán tử </a:t>
            </a:r>
            <a:r>
              <a:rPr sz="1900" b="0">
                <a:solidFill>
                  <a:srgbClr val="3598DB"/>
                </a:solidFill>
                <a:latin typeface="Consolas"/>
              </a:rPr>
              <a:t>&gt;&gt;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nhập nhiều biến liên tiếp, cách nhau bằng dấu cách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iostream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namespace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</a:t>
            </a:r>
            <a:r>
              <a:rPr sz="2000" b="0">
                <a:solidFill>
                  <a:srgbClr val="222B38"/>
                </a:solidFill>
                <a:latin typeface="Calibri"/>
              </a:rPr>
              <a:t> giống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n, a, b,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"Nhap gia tri cho n :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"Nhap gia tri cho a, b, c : 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a &gt;&gt; b &gt;&gt; c;   // co the nhap cach nhau dau cach roi enter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Cin và Cout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cout</a:t>
            </a:r>
            <a:r>
              <a:rPr sz="1800" b="0">
                <a:solidFill>
                  <a:srgbClr val="222B38"/>
                </a:solidFill>
                <a:latin typeface="Calibri"/>
              </a:rPr>
              <a:t> + </a:t>
            </a:r>
            <a:r>
              <a:rPr sz="1709" b="0">
                <a:solidFill>
                  <a:srgbClr val="3598DB"/>
                </a:solidFill>
                <a:latin typeface="Consolas"/>
              </a:rPr>
              <a:t>&lt;&lt;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xuất,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</a:t>
            </a:r>
            <a:r>
              <a:rPr sz="1800" b="0">
                <a:solidFill>
                  <a:srgbClr val="222B38"/>
                </a:solidFill>
                <a:latin typeface="Calibri"/>
              </a:rPr>
              <a:t> + </a:t>
            </a:r>
            <a:r>
              <a:rPr sz="1709" b="0">
                <a:solidFill>
                  <a:srgbClr val="3598DB"/>
                </a:solidFill>
                <a:latin typeface="Consolas"/>
              </a:rPr>
              <a:t>&gt;&gt;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nhập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boolalpha</a:t>
            </a:r>
            <a:r>
              <a:rPr sz="1800" b="0">
                <a:solidFill>
                  <a:srgbClr val="222B38"/>
                </a:solidFill>
                <a:latin typeface="Calibri"/>
              </a:rPr>
              <a:t> in chữ true/false thay vì 1/0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fixed &lt;&lt; setprecision(k)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soát số chữ số thập phân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setw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setfill</a:t>
            </a:r>
            <a:r>
              <a:rPr sz="1800" b="0">
                <a:solidFill>
                  <a:srgbClr val="222B38"/>
                </a:solidFill>
                <a:latin typeface="Calibri"/>
              </a:rPr>
              <a:t> dùng để căn chỉnh độ rộng khi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