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Switch Case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Switch case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khác để kiểm tra </a:t>
            </a:r>
            <a:r>
              <a:rPr sz="2000" b="1">
                <a:solidFill>
                  <a:srgbClr val="222B38"/>
                </a:solidFill>
                <a:latin typeface="Calibri"/>
              </a:rPr>
              <a:t>nhiều 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1 biến, gọn hơn </a:t>
            </a:r>
            <a:r>
              <a:rPr sz="1900" b="0">
                <a:solidFill>
                  <a:srgbClr val="3598DB"/>
                </a:solidFill>
                <a:latin typeface="Consolas"/>
              </a:rPr>
              <a:t>else if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</a:t>
            </a:r>
            <a:r>
              <a:rPr sz="1900" b="0">
                <a:solidFill>
                  <a:srgbClr val="3598DB"/>
                </a:solidFill>
                <a:latin typeface="Consolas"/>
              </a:rPr>
              <a:t>value</a:t>
            </a:r>
            <a:r>
              <a:rPr sz="2000" b="0">
                <a:solidFill>
                  <a:srgbClr val="222B38"/>
                </a:solidFill>
                <a:latin typeface="Calibri"/>
              </a:rPr>
              <a:t> lần lượt với từng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case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khớp </a:t>
            </a:r>
            <a:r>
              <a:rPr sz="1900" b="0">
                <a:solidFill>
                  <a:srgbClr val="3598DB"/>
                </a:solidFill>
                <a:latin typeface="Consolas"/>
              </a:rPr>
              <a:t>case</a:t>
            </a:r>
            <a:r>
              <a:rPr sz="2000" b="0">
                <a:solidFill>
                  <a:srgbClr val="222B38"/>
                </a:solidFill>
                <a:latin typeface="Calibri"/>
              </a:rPr>
              <a:t> nào thì chạy </a:t>
            </a:r>
            <a:r>
              <a:rPr sz="1900" b="0">
                <a:solidFill>
                  <a:srgbClr val="3598DB"/>
                </a:solidFill>
                <a:latin typeface="Consolas"/>
              </a:rPr>
              <a:t>default</a:t>
            </a:r>
            <a:r>
              <a:rPr sz="2000" b="0">
                <a:solidFill>
                  <a:srgbClr val="222B38"/>
                </a:solidFill>
                <a:latin typeface="Calibri"/>
              </a:rPr>
              <a:t> (tương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else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switch(value){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c1: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c2: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 và lưu ý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Khớp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nào thì chạy khối lệnh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</a:t>
            </a:r>
            <a:r>
              <a:rPr sz="1800" b="1">
                <a:solidFill>
                  <a:srgbClr val="222B38"/>
                </a:solidFill>
                <a:latin typeface="Calibri"/>
              </a:rPr>
              <a:t>kết thúc</a:t>
            </a:r>
            <a:r>
              <a:rPr sz="1800" b="0">
                <a:solidFill>
                  <a:srgbClr val="222B38"/>
                </a:solidFill>
                <a:latin typeface="Calibri"/>
              </a:rPr>
              <a:t> switch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chạy tiếp các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bên dưới dù không khớp (rơi xuyên)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liên tiếp không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dùng chung 1 khối lệnh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Có break và thiếu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 = 3 với có break chỉ in THREE; n = 2 thiếu break in từ TWO trở xuống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35918"/>
            <a:ext cx="10765231" cy="4288155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2222"/>
            <a:ext cx="10362895" cy="39955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switch(n){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1: cout &lt;&lt; "ONE\n";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2: cout &lt;&lt; "TWO\n";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3: cout &lt;&lt; "THREE\n";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default: cout &lt;&lt; "DEFAULT\n";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n=3 -&gt; THREE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switch(n){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1: cout &lt;&lt; "ONE\n";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2: cout &lt;&lt; "TWO\n";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3: cout &lt;&lt; "THREE\n";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default: cout &lt;&lt; "DEFAULT\n";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n=2 -&gt; TWO THREE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toán tử và gộp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Nhiều case liên tiếp không break để dùng chung khối lệnh (số ngày trong tháng)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45386"/>
            <a:ext cx="10765231" cy="426110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91690"/>
            <a:ext cx="10362895" cy="396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switch(op){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'+': cout &lt;&lt; a +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'-': cout &lt;&lt; a -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'*': cout &lt;&lt; a *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'/': cout &lt;&lt; a /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default: cout &lt;&lt; "INVALID INPUT"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switch(m){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1: case 3: case 5: case 7: case 8: case 10: case 12: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31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4: case 6: case 9: case 11: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30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(nam_nhuan ? 29 : 28)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"Du lieu khong hop le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switch</a:t>
            </a:r>
            <a:r>
              <a:rPr sz="1800" b="0">
                <a:solidFill>
                  <a:srgbClr val="222B38"/>
                </a:solidFill>
                <a:latin typeface="Calibri"/>
              </a:rPr>
              <a:t> so khớp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value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từng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nhớ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ở cuối mỗi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trừ khi cố ý gộp nhánh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default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đóng vai trò như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bắt buộc phải có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liền nhau không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= dùng chung 1 xử lý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