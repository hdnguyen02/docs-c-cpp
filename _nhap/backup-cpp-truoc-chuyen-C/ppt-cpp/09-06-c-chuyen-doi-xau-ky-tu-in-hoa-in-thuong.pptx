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Chuyển Đổi Xâu Ký Tự In Hoa, In Thường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Chuyển hoa/thường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Xâu Ký Tự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Đổi toàn bộ xâu thành </a:t>
            </a:r>
            <a:r>
              <a:rPr sz="2000" b="1">
                <a:solidFill>
                  <a:srgbClr val="222B38"/>
                </a:solidFill>
                <a:latin typeface="Calibri"/>
              </a:rPr>
              <a:t>in hoa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2000" b="1">
                <a:solidFill>
                  <a:srgbClr val="222B38"/>
                </a:solidFill>
                <a:latin typeface="Calibri"/>
              </a:rPr>
              <a:t>in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tolower()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toupper()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từng ký tự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hàm </a:t>
            </a:r>
            <a:r>
              <a:rPr sz="2000" b="1">
                <a:solidFill>
                  <a:srgbClr val="222B38"/>
                </a:solidFill>
                <a:latin typeface="Calibri"/>
              </a:rPr>
              <a:t>sửa trực tiếp</a:t>
            </a:r>
            <a:r>
              <a:rPr sz="2000" b="0">
                <a:solidFill>
                  <a:srgbClr val="222B38"/>
                </a:solidFill>
                <a:latin typeface="Calibri"/>
              </a:rPr>
              <a:t> string phải truyền </a:t>
            </a:r>
            <a:r>
              <a:rPr sz="2000" b="1">
                <a:solidFill>
                  <a:srgbClr val="222B38"/>
                </a:solidFill>
                <a:latin typeface="Calibri"/>
              </a:rPr>
              <a:t>tham chiếu</a:t>
            </a:r>
            <a:r>
              <a:rPr sz="2000" b="0">
                <a:solidFill>
                  <a:srgbClr val="222B38"/>
                </a:solidFill>
                <a:latin typeface="Calibri"/>
              </a:rPr>
              <a:t> (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bằng tolower()/toupper()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Xâu Ký Tự In Hoa, In Thường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50211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96515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to_lower(string &amp;s){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s.size();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s[i] = tolower(s[i]);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to_upper(string &amp;s){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s.size();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s[i] = toupper(s[i]);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 = "codelab BLOG" -&gt; to_lower(s) -&gt; "codelab blog"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bằng offset ASCII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Xâu Ký Tự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005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Chữ hoa và chữ thường lệch nhau </a:t>
            </a:r>
            <a:r>
              <a:rPr sz="2000" b="1">
                <a:solidFill>
                  <a:srgbClr val="222B38"/>
                </a:solidFill>
                <a:latin typeface="Calibri"/>
              </a:rPr>
              <a:t>32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bảng ASCII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trả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string</a:t>
            </a:r>
            <a:r>
              <a:rPr sz="2000" b="0">
                <a:solidFill>
                  <a:srgbClr val="222B38"/>
                </a:solidFill>
                <a:latin typeface="Calibri"/>
              </a:rPr>
              <a:t> mới thay vì sửa tại chỗ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64815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1119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to_lower(string s){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s.size();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if(s[i]&gt;='A' &amp;&amp; s[i]&lt;='Z') s[i] += 32;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to_upper(string s){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s.size();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if(s[i]&gt;='a' &amp;&amp; s[i]&lt;='z') s[i] -= 32;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Dùng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transform()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Xâu Ký Tự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transform()</a:t>
            </a:r>
            <a:r>
              <a:rPr sz="2000" b="0">
                <a:solidFill>
                  <a:srgbClr val="222B38"/>
                </a:solidFill>
                <a:latin typeface="Calibri"/>
              </a:rPr>
              <a:t> thuộc thư viện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algorithm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 dài, ít khi dùng trực tiếp trong thực tế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transform(s.begin(), s.end(), s.begin(), ::tolower);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transform(s.begin(), s.end(), s.begin(), ::toupper);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gọn hơn: range-based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Xâu Ký Tự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từng ký tự bằng tham chiếu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 &amp;x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Ngắn gọn và dễ nhớ hơn </a:t>
            </a:r>
            <a:r>
              <a:rPr sz="1900" b="0">
                <a:solidFill>
                  <a:srgbClr val="3598DB"/>
                </a:solidFill>
                <a:latin typeface="Consolas"/>
              </a:rPr>
              <a:t>transform()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&amp;x : s) x = tolower(x);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&amp;x : s) x = toupper(x);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Xâu Ký Tự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Đổi tại chỗ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tham chiếu</a:t>
            </a:r>
            <a:r>
              <a:rPr sz="1800" b="0">
                <a:solidFill>
                  <a:srgbClr val="222B38"/>
                </a:solidFill>
                <a:latin typeface="Calibri"/>
              </a:rPr>
              <a:t> (</a:t>
            </a:r>
            <a:r>
              <a:rPr sz="1709" b="0">
                <a:solidFill>
                  <a:srgbClr val="3598DB"/>
                </a:solidFill>
                <a:latin typeface="Consolas"/>
              </a:rPr>
              <a:t>string&amp;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tolower()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toupper()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hoạt động trên </a:t>
            </a:r>
            <a:r>
              <a:rPr sz="1800" b="1">
                <a:solidFill>
                  <a:srgbClr val="222B38"/>
                </a:solidFill>
                <a:latin typeface="Calibri"/>
              </a:rPr>
              <a:t>từng ký tự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thể tự cài bằng offset </a:t>
            </a:r>
            <a:r>
              <a:rPr sz="1800" b="1">
                <a:solidFill>
                  <a:srgbClr val="222B38"/>
                </a:solidFill>
                <a:latin typeface="Calibri"/>
              </a:rPr>
              <a:t>32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ASCII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range-based for</a:t>
            </a:r>
            <a:r>
              <a:rPr sz="1800" b="0">
                <a:solidFill>
                  <a:srgbClr val="222B38"/>
                </a:solidFill>
                <a:latin typeface="Calibri"/>
              </a:rPr>
              <a:t> + tham chiếu là cách gọn nhất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