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Đối Số Mặc Định Của Hàm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Đối số mặc định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Đối Số Mặc Định Của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Cho phép gọi hàm mà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cần truyền đủ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đối số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Giá trị mặc định được gán sẵn ngay khi khai báo hàm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lời gọi hàm có cung cấp giá trị thì </a:t>
            </a:r>
            <a:r>
              <a:rPr sz="2000" b="1">
                <a:solidFill>
                  <a:srgbClr val="222B38"/>
                </a:solidFill>
                <a:latin typeface="Calibri"/>
              </a:rPr>
              <a:t>ghi đè</a:t>
            </a:r>
            <a:r>
              <a:rPr sz="2000" b="0">
                <a:solidFill>
                  <a:srgbClr val="222B38"/>
                </a:solidFill>
                <a:latin typeface="Calibri"/>
              </a:rPr>
              <a:t> giá trị mặc định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khai báo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Đối Số Mặc Định Của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Gán giá trị mặc định ngay sau tên tham số: </a:t>
            </a:r>
            <a:r>
              <a:rPr sz="1900" b="0">
                <a:solidFill>
                  <a:srgbClr val="3598DB"/>
                </a:solidFill>
                <a:latin typeface="Consolas"/>
              </a:rPr>
              <a:t>int c = 3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4 tham số, 2 tham số cuối có mặc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thể gọi hàm với 2, 3 hoặc 4 đối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find(int a, int b, int c = 3, int d = 4){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 + b + c + 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Ba cách gọi cùng một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Đối Số Mặc Định Của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find(1, 2)</a:t>
            </a:r>
            <a:r>
              <a:rPr sz="2000" b="0">
                <a:solidFill>
                  <a:srgbClr val="222B38"/>
                </a:solidFill>
                <a:latin typeface="Calibri"/>
              </a:rPr>
              <a:t>: khuyết cả c, d ⇒ dùng mặc định c=3, d=4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find(1, 2, 10)</a:t>
            </a:r>
            <a:r>
              <a:rPr sz="2000" b="0">
                <a:solidFill>
                  <a:srgbClr val="222B38"/>
                </a:solidFill>
                <a:latin typeface="Calibri"/>
              </a:rPr>
              <a:t>: khuyết d ⇒ c bị ghi đè =10, d vẫn mặc định =4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find(1, 2, 10, 20)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đủ đối số ⇒ c=10, d=20, không dùng mặc định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find(1, 2);        // 1 2 3 4  -&gt; 10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find(1, 2, 10);    // 1 2 10 4 -&gt; 17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find(1, 2, 10, 20);// 1 2 10 20-&gt;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Quy tắc bắt buộc: đối số mặc định phải nằm cuối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Đối Số Mặc Định Của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được đặt tham số thường </a:t>
            </a:r>
            <a:r>
              <a:rPr sz="2000" b="1">
                <a:solidFill>
                  <a:srgbClr val="222B38"/>
                </a:solidFill>
                <a:latin typeface="Calibri"/>
              </a:rPr>
              <a:t>sau</a:t>
            </a:r>
            <a:r>
              <a:rPr sz="2000" b="0">
                <a:solidFill>
                  <a:srgbClr val="222B38"/>
                </a:solidFill>
                <a:latin typeface="Calibri"/>
              </a:rPr>
              <a:t> tham số mặc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Một khi đã khai 1 đối số mặc định, mọi tham số sau nó cũng phải mặc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Vi phạm quy tắc này gây lỗi biên dịch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SAI: c có mặc định nhưng d thì không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find(int a, int b, int c = 3, int d){ ...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error: default argument missing for parameter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Đối Số Mặc Định Của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Đối số mặc định </a:t>
            </a:r>
            <a:r>
              <a:rPr sz="1800" b="1">
                <a:solidFill>
                  <a:srgbClr val="222B38"/>
                </a:solidFill>
                <a:latin typeface="Calibri"/>
              </a:rPr>
              <a:t>khác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đối số là hằng số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Đối số mặc định bị </a:t>
            </a:r>
            <a:r>
              <a:rPr sz="1800" b="1">
                <a:solidFill>
                  <a:srgbClr val="222B38"/>
                </a:solidFill>
                <a:latin typeface="Calibri"/>
              </a:rPr>
              <a:t>ghi đè</a:t>
            </a:r>
            <a:r>
              <a:rPr sz="1800" b="0">
                <a:solidFill>
                  <a:srgbClr val="222B38"/>
                </a:solidFill>
                <a:latin typeface="Calibri"/>
              </a:rPr>
              <a:t> nếu lời gọi hàm cung cấp giá trị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Mọi tham số đứng sau 1 đối số mặc định đều phải là đối số mặc định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Lỗi thường gặp: đặt tham số thường sau tham số mặc định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