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Khai Báo Nguyên Mẫu Hàm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mẫu hàm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gọi hàm khác thì hàm kia phải được </a:t>
            </a:r>
            <a:r>
              <a:rPr sz="2000" b="1">
                <a:solidFill>
                  <a:srgbClr val="222B38"/>
                </a:solidFill>
                <a:latin typeface="Calibri"/>
              </a:rPr>
              <a:t>định nghĩa trước đó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theo đúng thứ tự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lỗi biên dịch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Nguyên mẫu hàm</a:t>
            </a:r>
            <a:r>
              <a:rPr sz="2000" b="0">
                <a:solidFill>
                  <a:srgbClr val="222B38"/>
                </a:solidFill>
                <a:latin typeface="Calibri"/>
              </a:rPr>
              <a:t> (function prototype) khai báo trước để gọi tự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Nguyên mẫu hàm chứa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trả về của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Tên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Số lượng và kiểu dữ liệu của tham số (không cần tên tham số)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12848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//function prototype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greet();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tong(int, int, int);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solve(int, long long);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Lỗi khi gọi hàm chưa định nghĩa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12036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B()</a:t>
            </a:r>
            <a:r>
              <a:rPr sz="2000" b="0">
                <a:solidFill>
                  <a:srgbClr val="222B38"/>
                </a:solidFill>
                <a:latin typeface="Calibri"/>
              </a:rPr>
              <a:t>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A()</a:t>
            </a:r>
            <a:r>
              <a:rPr sz="2000" b="0">
                <a:solidFill>
                  <a:srgbClr val="222B38"/>
                </a:solidFill>
                <a:latin typeface="Calibri"/>
              </a:rPr>
              <a:t> nhưng </a:t>
            </a:r>
            <a:r>
              <a:rPr sz="1900" b="0">
                <a:solidFill>
                  <a:srgbClr val="3598DB"/>
                </a:solidFill>
                <a:latin typeface="Consolas"/>
              </a:rPr>
              <a:t>A()</a:t>
            </a:r>
            <a:r>
              <a:rPr sz="2000" b="0">
                <a:solidFill>
                  <a:srgbClr val="222B38"/>
                </a:solidFill>
                <a:latin typeface="Calibri"/>
              </a:rPr>
              <a:t> được định nghĩa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dưới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B()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Trình biên dịch chưa biết </a:t>
            </a:r>
            <a:r>
              <a:rPr sz="1900" b="0">
                <a:solidFill>
                  <a:srgbClr val="3598DB"/>
                </a:solidFill>
                <a:latin typeface="Consolas"/>
              </a:rPr>
              <a:t>A()</a:t>
            </a:r>
            <a:r>
              <a:rPr sz="2000" b="0">
                <a:solidFill>
                  <a:srgbClr val="222B38"/>
                </a:solidFill>
                <a:latin typeface="Calibri"/>
              </a:rPr>
              <a:t> khi đọc tới </a:t>
            </a:r>
            <a:r>
              <a:rPr sz="1900" b="0">
                <a:solidFill>
                  <a:srgbClr val="3598DB"/>
                </a:solidFill>
                <a:latin typeface="Consolas"/>
              </a:rPr>
              <a:t>B()</a:t>
            </a:r>
            <a:r>
              <a:rPr sz="2000" b="0">
                <a:solidFill>
                  <a:srgbClr val="222B38"/>
                </a:solidFill>
                <a:latin typeface="Calibri"/>
              </a:rPr>
              <a:t> → </a:t>
            </a:r>
            <a:r>
              <a:rPr sz="2000" b="1">
                <a:solidFill>
                  <a:srgbClr val="222B38"/>
                </a:solidFill>
                <a:latin typeface="Calibri"/>
              </a:rPr>
              <a:t>lỗi biên dịch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066796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13100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 blog\n";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A();     // lỗi: A() chưa được biết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Khắc phục bằng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847240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544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//function prototype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B(){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 blog\n";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A();     // hợp lệ nhờ đã khai báo trước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A(){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"codelab\n";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Khai Báo Nguyên Mẫu Hàm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Prototype cho phép gọi hàm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cần đúng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định nghĩa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Thường đặt các dòng khai báo ở đầu file, phía trên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main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cần tên tham số trong prototype, chỉ cần </a:t>
            </a:r>
            <a:r>
              <a:rPr sz="1800" b="1">
                <a:solidFill>
                  <a:srgbClr val="222B38"/>
                </a:solidFill>
                <a:latin typeface="Calibri"/>
              </a:rPr>
              <a:t>kiểu dữ liệu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Thiếu prototype mà gọi hàm định nghĩa ở dưới → lỗi biên dịch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