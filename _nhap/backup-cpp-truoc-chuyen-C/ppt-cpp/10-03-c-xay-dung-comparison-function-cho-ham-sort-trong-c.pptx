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Xây Dựng Comparison Function Cho Hàm Sort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Comparison function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Là tham số thứ 3 truyền vào </a:t>
            </a:r>
            <a:r>
              <a:rPr sz="1709" b="0">
                <a:solidFill>
                  <a:srgbClr val="3598DB"/>
                </a:solidFill>
                <a:latin typeface="Consolas"/>
              </a:rPr>
              <a:t>sort()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Nhận 2 phần tử,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bool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 nghĩa là phần tử thứ nhất (x) đứng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false</a:t>
            </a:r>
            <a:r>
              <a:rPr sz="1800" b="0">
                <a:solidFill>
                  <a:srgbClr val="222B38"/>
                </a:solidFill>
                <a:latin typeface="Calibri"/>
              </a:rPr>
              <a:t> nghĩa là x đứng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 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hàm so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Tên hàm tự đặt, thường gọi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cmp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cmp(data_type x, data_type y){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tra ve true neu muon x dung truoc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tra ve false neu muon x dung sau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sắp giảm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cmp1(int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&gt;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sort(a, a + n, cmp1);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{1,3,3,3,2,1,2,4,2,4,0,2} -&gt; 4 4 3 3 3 2 2 2 2 1 1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sắp theo tổng chữ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dựa trên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 tính toán</a:t>
            </a:r>
            <a:r>
              <a:rPr sz="2000" b="0">
                <a:solidFill>
                  <a:srgbClr val="222B38"/>
                </a:solidFill>
                <a:latin typeface="Calibri"/>
              </a:rPr>
              <a:t> (tổng chữ số) thay vì giá trị gốc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n){ int s=0; while(n){ s+=n%10; n/=10; } return s;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cmp1(int a, int b){ return tong(a) &lt; tong(b);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tang dan theo tong chu 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sắp theo trị tuyệt đối giảm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cmp(int a, int b){ return abs(a) &gt; abs(b);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{3,-5,-1,4,-2,6,-7} -&gt; -7 6 -5 4 3 -2 -1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Nhiều tiêu chí sắp xếp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phần tử cùng tiêu chí chính →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tiêu chí phụ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Xét tiêu chí chính trước, tiêu chí phụ chỉ dùng khi bằng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if(tong(a) != tong(b)) return tong(a) &lt; tong(b);  // tieu chi chinh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&gt; b;                                     // tieu chi phu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Bẫy so sánh không chặt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cmp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phải xét đủ mọi trường hợp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được thiếu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Thiếu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ở một nhánh → hành vi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xác định</a:t>
            </a:r>
            <a:r>
              <a:rPr sz="2000" b="0">
                <a:solidFill>
                  <a:srgbClr val="222B38"/>
                </a:solidFill>
                <a:latin typeface="Calibri"/>
              </a:rPr>
              <a:t>, sort có thể 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BAY: neu thieu return o mot nhanh nao do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r1=a%2, r2=b%2;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if(r1==0 &amp;&amp; r2==1)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if(r1==1 &amp;&amp; r2==0)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if(r1==0 &amp;&amp; r2==0) return a &gt;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if(r1==1 &amp;&amp; r2==1) return a &lt;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roi khoi 4 if tren ma khong return -&gt; loi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Sắp xếp </a:t>
            </a:r>
            <a:r>
              <a:rPr sz="2565" b="1">
                <a:solidFill>
                  <a:srgbClr val="3598DB"/>
                </a:solidFill>
                <a:latin typeface="Consolas"/>
              </a:rPr>
              <a:t>pair</a:t>
            </a:r>
            <a:r>
              <a:rPr sz="2700" b="1">
                <a:solidFill>
                  <a:srgbClr val="142B45"/>
                </a:solidFill>
                <a:latin typeface="Calibri"/>
              </a:rPr>
              <a:t> nhiều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359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trường chính trước, trường phụ khi trường chính bằng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35274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81578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cmp(pair&lt;int,int&gt; x, pair&lt;int,int&gt; y){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if(x.first != y.first) return x.first &lt; y.first;  // hoanh do tang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x.second &gt; y.second;                        // tung do giam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{3,1}{3,2}{1,4}{4,3}{3,3}{1,1}{4,2}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-&gt; (1,4)(1,1)(3,3)(3,2)(3,1)(4,3)(4,2)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Comparison Function Cho Hàm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cmp(x, y)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 nghĩa là x đứng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Phải xét đủ mọi trường hợp, thiếu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bug nghiêm trọng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tiêu chí: xét tiêu chí chính trước, phụ khi bằng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 sánh dựa trên giá trị tính toán (tổng chữ số...) hoàn toàn hợp lệ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