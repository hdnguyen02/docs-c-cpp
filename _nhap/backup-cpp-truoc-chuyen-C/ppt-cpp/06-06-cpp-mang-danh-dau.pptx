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Mảng Đánh Dấu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tưởng: dùng chỉ số mảng để đánh dấu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Bài toán: đếm/liệt kê 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Thay vì 2 vòng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lồng nhau (chậm), dùng 1 mảng phụ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số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chính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đánh dấu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Còn gọi vui là kỹ thuật "lùa bò vào chuồng"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hoạt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Khởi tạo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toàn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Gặp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mảng gốc thì set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mark[a[i]] =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lại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, ô nào = 1 nghĩa là giá trị đó đã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giá trị khác nhau = số ô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mark[i] ==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0168"/>
            <a:ext cx="10765231" cy="27249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10362895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int mark[1000001]; // mark[] = 0 toan bo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int a[8] = {3, 1, 3, 0, 2, 4, 1, 6};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mark[a[i]] = 1;         // danh dau gia tri a[i]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int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for (int i = 0; i &lt;= 1000000;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if (mark[i] == 1)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// So luong phan tu khac nhau: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giá trị khác nhau theo thứ tự tăng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Đánh dấu như trên, đồng thời lưu </a:t>
            </a:r>
            <a:r>
              <a:rPr sz="1900" b="0">
                <a:solidFill>
                  <a:srgbClr val="3598DB"/>
                </a:solidFill>
                <a:latin typeface="Consolas"/>
              </a:rPr>
              <a:t>max_val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giới hạn vòng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mark[]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0 đến </a:t>
            </a:r>
            <a:r>
              <a:rPr sz="1900" b="0">
                <a:solidFill>
                  <a:srgbClr val="3598DB"/>
                </a:solidFill>
                <a:latin typeface="Consolas"/>
              </a:rPr>
              <a:t>max_val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các chỉ số được đánh dấu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max_val = -1000000000;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mark[a[i]]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(a[i] &gt; max_val) max_val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&lt;= max_val;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(mark[i] == 1) cout &lt;&lt; i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0 1 2 3 4 7 12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giá trị khác nhau theo thứ tự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lại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gốc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a[]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còn đánh dấu, rồi </a:t>
            </a:r>
            <a:r>
              <a:rPr sz="2000" b="1">
                <a:solidFill>
                  <a:srgbClr val="222B38"/>
                </a:solidFill>
                <a:latin typeface="Calibri"/>
              </a:rPr>
              <a:t>bỏ đánh dấu ngay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in trùng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mark[a[i]]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(mark[a[i]] == 1)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a[i]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mark[a[i]] = 0; // bo danh dau de khong in trung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Vi du a[] = {3,1,3,0,2,4,1,14,12,7}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-&gt; 3 1 0 2 4 14 12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 tần suất: đếm số lần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vai trò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mark[]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đánh dấu (0/1)</a:t>
            </a:r>
            <a:r>
              <a:rPr sz="20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bộ đếm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Cập nhật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mark[a[i]]++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gán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max_val = -1000000000;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mark[a[i]]++;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(a[i] &gt; max_val) max_val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&lt;= max_val;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(mark[i]) cout &lt;&lt; i &lt;&lt; " xuat hien " &lt;&lt; mark[i] &lt;&lt; " lan\n";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Điều kiện áp dụng và giới hạn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dùng được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giá trị âm (chỉ số mảng không âm)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dùng được</a:t>
            </a:r>
            <a:r>
              <a:rPr sz="1800" b="0">
                <a:solidFill>
                  <a:srgbClr val="222B38"/>
                </a:solidFill>
                <a:latin typeface="Calibri"/>
              </a:rPr>
              <a:t> nếu giá trị cần đánh dấu vượt kích thước mảng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chỉ áp dụng khi phần tử nằm trong đoạn nhỏ, ví dụ [0, 10^7]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đủ lớn để tránh lỗi tràn/truy cập ngoài vùng nhớ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chỉ số làm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, ô nhớ làm cờ hoặc bộ đếm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thứ tự tăng dần, 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a[]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thứ tự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mark[a[i]] = 1</a:t>
            </a:r>
            <a:r>
              <a:rPr sz="18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mark[a[i]]++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chuyển từ đếm khác nhau sang đếm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dùng được khi miền giá trị không âm và đủ nhỏ để cấp phát mảng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