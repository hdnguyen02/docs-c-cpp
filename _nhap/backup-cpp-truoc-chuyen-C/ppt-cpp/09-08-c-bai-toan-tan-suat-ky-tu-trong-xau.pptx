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Toán Tần Suất Ký Tự Trong Xâu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tần suất ký tự - 2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đánh dấu</a:t>
            </a:r>
            <a:r>
              <a:rPr sz="2000" b="0">
                <a:solidFill>
                  <a:srgbClr val="222B38"/>
                </a:solidFill>
                <a:latin typeface="Calibri"/>
              </a:rPr>
              <a:t>: dùng mã ASCII (0-255) làm chỉ số,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map&lt;char,int&gt;</a:t>
            </a:r>
            <a:r>
              <a:rPr sz="2000" b="0">
                <a:solidFill>
                  <a:srgbClr val="222B38"/>
                </a:solidFill>
                <a:latin typeface="Calibri"/>
              </a:rPr>
              <a:t>: key là ký tự, value là tần suất, </a:t>
            </a:r>
            <a:r>
              <a:rPr sz="2000" b="1">
                <a:solidFill>
                  <a:srgbClr val="222B38"/>
                </a:solidFill>
                <a:latin typeface="Calibri"/>
              </a:rPr>
              <a:t>O(NlogN)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Mảng đánh dấu nhanh hơn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bằng mảng đánh dấu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cnt[s[i]]++;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'a' co ma ASCII 97 -&gt; cnt[97] la tan suat cua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256;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if(cnt[i] != 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(char)i &lt;&lt; " xuat hien " &lt;&lt; cnt[i] &lt;&lt; "lan\n";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bằng map&lt;char,int&gt;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map&lt;char, 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mp[s[i]]++;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for(pair&lt;char,int&gt; it : mp)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it.first &lt;&lt; " xuat hien " &lt;&lt; it.second &lt;&lt; " lan\n";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đếm ký tự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Đánh dấu ký tự xuất hiện = 1, rồi đếm số ô khác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c : s) cnt[c]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256; i++) dem += cnt[i];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 = "codelab codelab aaa" -&gt; dem =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liệt kê theo thứ tự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xâu gốc thay vì duyệt bảng ASCII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in, gán tần suất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in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c : s) cnt[c]++;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c : s){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if(cnt[c]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c &lt;&lt; " xuat hien " &lt;&lt; cnt[c] &lt;&lt; " lan\n";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cnt[c]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kiểm tra xâu pangram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359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Pangram: chứa đủ </a:t>
            </a:r>
            <a:r>
              <a:rPr sz="2000" b="1">
                <a:solidFill>
                  <a:srgbClr val="222B38"/>
                </a:solidFill>
                <a:latin typeface="Calibri"/>
              </a:rPr>
              <a:t>a-z</a:t>
            </a:r>
            <a:r>
              <a:rPr sz="2000" b="0">
                <a:solidFill>
                  <a:srgbClr val="222B38"/>
                </a:solidFill>
                <a:latin typeface="Calibri"/>
              </a:rPr>
              <a:t> không phân biệt hoa thường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35274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81578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c : s) cnt[tolower(c)]++;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ok =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'a'; i &lt;= 'z';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if(cnt[i] == 0){ ok = false;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ok == true neu la pangram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Xâu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256 phần tử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mã ASCII</a:t>
            </a:r>
            <a:r>
              <a:rPr sz="1800" b="0">
                <a:solidFill>
                  <a:srgbClr val="222B38"/>
                </a:solidFill>
                <a:latin typeface="Calibri"/>
              </a:rPr>
              <a:t> làm chỉ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</a:t>
            </a:r>
            <a:r>
              <a:rPr sz="1800" b="1">
                <a:solidFill>
                  <a:srgbClr val="222B38"/>
                </a:solidFill>
                <a:latin typeface="Calibri"/>
              </a:rPr>
              <a:t>O(N)</a:t>
            </a:r>
            <a:r>
              <a:rPr sz="1800" b="0">
                <a:solidFill>
                  <a:srgbClr val="222B38"/>
                </a:solidFill>
                <a:latin typeface="Calibri"/>
              </a:rPr>
              <a:t> nhanh hơn map </a:t>
            </a:r>
            <a:r>
              <a:rPr sz="1800" b="1">
                <a:solidFill>
                  <a:srgbClr val="222B38"/>
                </a:solidFill>
                <a:latin typeface="Calibri"/>
              </a:rPr>
              <a:t>O(NlogN)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Reset tần suất về 0 sau khi in để tránh lặp lại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Pangram: kiểm tra đủ 26 chữ cái a-z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