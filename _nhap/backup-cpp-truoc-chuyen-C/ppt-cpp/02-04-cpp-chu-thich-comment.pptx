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Chú Thích - Comment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C++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Comment giúp giải thích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Chú Thích - Comment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1">
                <a:solidFill>
                  <a:srgbClr val="222B38"/>
                </a:solidFill>
                <a:latin typeface="Calibri"/>
              </a:rPr>
              <a:t>Comment</a:t>
            </a:r>
            <a:r>
              <a:rPr sz="2000" b="0">
                <a:solidFill>
                  <a:srgbClr val="222B38"/>
                </a:solidFill>
                <a:latin typeface="Calibri"/>
              </a:rPr>
              <a:t> không phải mã nguồn, bị bỏ qua khi biên dịch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Giải thích ý tưởng để người khác (hoặc chính bạn) đọc lại nhanh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Mô tả thuật toán khi cách cài đặt trở nên phức tạp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Comment làm metadata và hỗ trợ debug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Chú Thích - Comment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1">
                <a:solidFill>
                  <a:srgbClr val="222B38"/>
                </a:solidFill>
                <a:latin typeface="Calibri"/>
              </a:rPr>
              <a:t>Metadata</a:t>
            </a:r>
            <a:r>
              <a:rPr sz="2000" b="0">
                <a:solidFill>
                  <a:srgbClr val="222B38"/>
                </a:solidFill>
                <a:latin typeface="Calibri"/>
              </a:rPr>
              <a:t>: mô tả chức năng, thông tin về file mã nguồn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1">
                <a:solidFill>
                  <a:srgbClr val="222B38"/>
                </a:solidFill>
                <a:latin typeface="Calibri"/>
              </a:rPr>
              <a:t>Debugging</a:t>
            </a:r>
            <a:r>
              <a:rPr sz="2000" b="0">
                <a:solidFill>
                  <a:srgbClr val="222B38"/>
                </a:solidFill>
                <a:latin typeface="Calibri"/>
              </a:rPr>
              <a:t>: biến dòng lệnh nghi lỗi thành comment để tạm loại bỏ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Không cần xoá code, chỉ cần comment lại rồi mở lại sau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Chú thích trên 1 dòng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Chú Thích - Comment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3245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Dùng 2 dấu gạch chéo </a:t>
            </a:r>
            <a:r>
              <a:rPr sz="1900" b="0">
                <a:solidFill>
                  <a:srgbClr val="3598DB"/>
                </a:solidFill>
                <a:latin typeface="Consolas"/>
              </a:rPr>
              <a:t>//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Nội dung sau </a:t>
            </a:r>
            <a:r>
              <a:rPr sz="1900" b="0">
                <a:solidFill>
                  <a:srgbClr val="3598DB"/>
                </a:solidFill>
                <a:latin typeface="Consolas"/>
              </a:rPr>
              <a:t>//</a:t>
            </a:r>
            <a:r>
              <a:rPr sz="2000" b="0">
                <a:solidFill>
                  <a:srgbClr val="222B38"/>
                </a:solidFill>
                <a:latin typeface="Calibri"/>
              </a:rPr>
              <a:t> trên cùng dòng là chú thích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Phím tắt </a:t>
            </a:r>
            <a:r>
              <a:rPr sz="1900" b="0">
                <a:solidFill>
                  <a:srgbClr val="3598DB"/>
                </a:solidFill>
                <a:latin typeface="Consolas"/>
              </a:rPr>
              <a:t>Ctrl + /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để bật/tắt comment nhanh nhiều dòng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00298"/>
            <a:ext cx="10765231" cy="2674111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46602"/>
            <a:ext cx="10362895" cy="23815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//Chu thich tren 1 dong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main(){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//Khai bao 3 bien int va khoi tao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int a = 10, b = 20, c = 30;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//Cau lenh nay in ra gia tri cua 3 bien a, b, c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cout &lt;&lt; a &lt;&lt; ' ' &lt;&lt; b &lt;&lt; ' ' &lt;&lt; c &lt;&lt; endl;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Chú thích trên nhiều dòng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Chú Thích - Comment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Đặt nội dung giữa cặp </a:t>
            </a:r>
            <a:r>
              <a:rPr sz="1900" b="0">
                <a:solidFill>
                  <a:srgbClr val="3598DB"/>
                </a:solidFill>
                <a:latin typeface="Consolas"/>
              </a:rPr>
              <a:t>/*</a:t>
            </a:r>
            <a:r>
              <a:rPr sz="2000" b="0">
                <a:solidFill>
                  <a:srgbClr val="222B38"/>
                </a:solidFill>
                <a:latin typeface="Calibri"/>
              </a:rPr>
              <a:t> và </a:t>
            </a:r>
            <a:r>
              <a:rPr sz="1900" b="0">
                <a:solidFill>
                  <a:srgbClr val="3598DB"/>
                </a:solidFill>
                <a:latin typeface="Consolas"/>
              </a:rPr>
              <a:t>*/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Dùng cho đoạn giải thích dài, nhiều dòng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736088"/>
            <a:ext cx="10765231" cy="361899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82392"/>
            <a:ext cx="10362895" cy="3326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FF7"/>
                </a:solidFill>
                <a:latin typeface="Consolas"/>
              </a:rPr>
              <a:t>/*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FF7"/>
                </a:solidFill>
                <a:latin typeface="Consolas"/>
              </a:rPr>
              <a:t>đây là chú thích trên nhiều dòng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FF7"/>
                </a:solidFill>
                <a:latin typeface="Consolas"/>
              </a:rPr>
              <a:t>codelab.dev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FF7"/>
                </a:solidFill>
                <a:latin typeface="Consolas"/>
              </a:rPr>
              <a:t>lập trình C++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FF7"/>
                </a:solidFill>
                <a:latin typeface="Consolas"/>
              </a:rPr>
              <a:t>*/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FF7"/>
                </a:solidFill>
                <a:latin typeface="Consolas"/>
              </a:rPr>
              <a:t>int main(){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FF7"/>
                </a:solidFill>
                <a:latin typeface="Consolas"/>
              </a:rPr>
              <a:t>    /*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FF7"/>
                </a:solidFill>
                <a:latin typeface="Consolas"/>
              </a:rPr>
              <a:t>    Chương trình này khai báo 3 biến int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FF7"/>
                </a:solidFill>
                <a:latin typeface="Consolas"/>
              </a:rPr>
              <a:t>    và in ra giá trị của 3 biến lên màn hình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FF7"/>
                </a:solidFill>
                <a:latin typeface="Consolas"/>
              </a:rPr>
              <a:t>    */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FF7"/>
                </a:solidFill>
                <a:latin typeface="Consolas"/>
              </a:rPr>
              <a:t>    int a = 10, b = 20, c = 30;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FF7"/>
                </a:solidFill>
                <a:latin typeface="Consolas"/>
              </a:rPr>
              <a:t>    cout &lt;&lt; a &lt;&lt; ' ' &lt;&lt; b &lt;&lt; ' ' &lt;&lt; c &lt;&lt; endl;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FF7"/>
                </a:solidFill>
                <a:latin typeface="Consolas"/>
              </a:rPr>
              <a:t>    return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Chú Thích - Comment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Comment bị compiler loại bỏ, không ảnh hưởng chương trình chạy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//</a:t>
            </a:r>
            <a:r>
              <a:rPr sz="1800" b="0">
                <a:solidFill>
                  <a:srgbClr val="222B38"/>
                </a:solidFill>
                <a:latin typeface="Calibri"/>
              </a:rPr>
              <a:t> cho </a:t>
            </a:r>
            <a:r>
              <a:rPr sz="1800" b="1">
                <a:solidFill>
                  <a:srgbClr val="222B38"/>
                </a:solidFill>
                <a:latin typeface="Calibri"/>
              </a:rPr>
              <a:t>1 dòng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/* ... */</a:t>
            </a:r>
            <a:r>
              <a:rPr sz="1800" b="0">
                <a:solidFill>
                  <a:srgbClr val="222B38"/>
                </a:solidFill>
                <a:latin typeface="Calibri"/>
              </a:rPr>
              <a:t> cho </a:t>
            </a:r>
            <a:r>
              <a:rPr sz="1800" b="1">
                <a:solidFill>
                  <a:srgbClr val="222B38"/>
                </a:solidFill>
                <a:latin typeface="Calibri"/>
              </a:rPr>
              <a:t>nhiều dòng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Dùng comment để giải thích, mô tả thuật toán, hoặc debug tạm thời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Viết comment là thói quen tốt giúp code dễ bảo trì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