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Tài Liệu Học Lập Trình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Vấn đề của sách C++ hiện nay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Tài Liệu Học Lập Trình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Nội dung cũ, ít khi tái bản theo kiến thức hiện hành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Ít hoặc không có bài tập đi kèm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trực quan, thiếu ví dụ minh hoạ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Ít đề cập thư viện thuật toán, cấu trúc dữ liệu của C++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giảng, video và blog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Tài Liệu Học Lập Trình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Học qua </a:t>
            </a:r>
            <a:r>
              <a:rPr sz="2000" b="1">
                <a:solidFill>
                  <a:srgbClr val="222B38"/>
                </a:solidFill>
                <a:latin typeface="Calibri"/>
              </a:rPr>
              <a:t>video Youtube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tiếp cận code trực quan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Tham khảo các website uy tín: Geeksforgeeks, Cplusplus, Programiz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hợp nhiều nguồn thay vì chỉ đọc một cuốn sách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tập và website chấm bài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Tài Liệu Học Lập Trình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Luyện tập bài tập từ dễ tới khó để code giỏi, code nhanh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Ebook đi kèm bài tập giúp học lý thuyết hiệu quả hơn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Website chấm tự động: Hackerrank, Codeforces, VNOI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Newbie nên luyện code một thời gian rồi mới dùng các site này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Cách học lập trình hiệu quả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Tài Liệu Học Lập Trình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Kiên trì</a:t>
            </a:r>
            <a:r>
              <a:rPr sz="1800" b="0">
                <a:solidFill>
                  <a:srgbClr val="222B38"/>
                </a:solidFill>
                <a:latin typeface="Calibri"/>
              </a:rPr>
              <a:t>: kết quả lập trình không đến ngay lập tức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Chăm chỉ</a:t>
            </a:r>
            <a:r>
              <a:rPr sz="1800" b="0">
                <a:solidFill>
                  <a:srgbClr val="222B38"/>
                </a:solidFill>
                <a:latin typeface="Calibri"/>
              </a:rPr>
              <a:t>: dành thời gian cố định mỗi ngày để học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Chủ động</a:t>
            </a:r>
            <a:r>
              <a:rPr sz="1800" b="0">
                <a:solidFill>
                  <a:srgbClr val="222B38"/>
                </a:solidFill>
                <a:latin typeface="Calibri"/>
              </a:rPr>
              <a:t>: tự tìm tài liệu, hỏi đáp thay vì chờ người khác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Thực hành thật nhiều</a:t>
            </a:r>
            <a:r>
              <a:rPr sz="1800" b="0">
                <a:solidFill>
                  <a:srgbClr val="222B38"/>
                </a:solidFill>
                <a:latin typeface="Calibri"/>
              </a:rPr>
              <a:t>: làm nhiều bài tập, tăng dần độ khó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Tài Liệu Học Lập Trình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có một tài liệu duy nhất là đủ, cần kết hợp nhiều nguồn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Video, blog, ebook, bài tập bổ trợ lẫn nhau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4 yếu tố quyết định: </a:t>
            </a:r>
            <a:r>
              <a:rPr sz="2000" b="1">
                <a:solidFill>
                  <a:srgbClr val="222B38"/>
                </a:solidFill>
                <a:latin typeface="Calibri"/>
              </a:rPr>
              <a:t>Kiên Trì, Chăm Chỉ, Chủ Động, Thực Hành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