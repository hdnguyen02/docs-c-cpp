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Stringstream Trong C++ Và Ứng Dụng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C++ Cơ Bản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Stringstream giải quyết vấn đề gì?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Stringstream Trong C++ Và Ứng Dụng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Biến </a:t>
            </a:r>
            <a:r>
              <a:rPr sz="1709" b="0">
                <a:solidFill>
                  <a:srgbClr val="3598DB"/>
                </a:solidFill>
                <a:latin typeface="Consolas"/>
              </a:rPr>
              <a:t>string</a:t>
            </a:r>
            <a:r>
              <a:rPr sz="1800" b="0">
                <a:solidFill>
                  <a:srgbClr val="222B38"/>
                </a:solidFill>
                <a:latin typeface="Calibri"/>
              </a:rPr>
              <a:t> thành </a:t>
            </a:r>
            <a:r>
              <a:rPr sz="1800" b="1">
                <a:solidFill>
                  <a:srgbClr val="222B38"/>
                </a:solidFill>
                <a:latin typeface="Calibri"/>
              </a:rPr>
              <a:t>luồng</a:t>
            </a:r>
            <a:r>
              <a:rPr sz="1800" b="0">
                <a:solidFill>
                  <a:srgbClr val="222B38"/>
                </a:solidFill>
                <a:latin typeface="Calibri"/>
              </a:rPr>
              <a:t> (stream), đọc giống </a:t>
            </a:r>
            <a:r>
              <a:rPr sz="1709" b="0">
                <a:solidFill>
                  <a:srgbClr val="3598DB"/>
                </a:solidFill>
                <a:latin typeface="Consolas"/>
              </a:rPr>
              <a:t>cin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Ứng dụng chính: </a:t>
            </a:r>
            <a:r>
              <a:rPr sz="1800" b="1">
                <a:solidFill>
                  <a:srgbClr val="222B38"/>
                </a:solidFill>
                <a:latin typeface="Calibri"/>
              </a:rPr>
              <a:t>tách từ</a:t>
            </a:r>
            <a:r>
              <a:rPr sz="1800" b="0">
                <a:solidFill>
                  <a:srgbClr val="222B38"/>
                </a:solidFill>
                <a:latin typeface="Calibri"/>
              </a:rPr>
              <a:t> trong xâu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Ứng dụng khác: </a:t>
            </a:r>
            <a:r>
              <a:rPr sz="1800" b="1">
                <a:solidFill>
                  <a:srgbClr val="222B38"/>
                </a:solidFill>
                <a:latin typeface="Calibri"/>
              </a:rPr>
              <a:t>đổi kiểu</a:t>
            </a:r>
            <a:r>
              <a:rPr sz="1800" b="0">
                <a:solidFill>
                  <a:srgbClr val="222B38"/>
                </a:solidFill>
                <a:latin typeface="Calibri"/>
              </a:rPr>
              <a:t> dữ liệu qua toán tử </a:t>
            </a:r>
            <a:r>
              <a:rPr sz="1709" b="0">
                <a:solidFill>
                  <a:srgbClr val="3598DB"/>
                </a:solidFill>
                <a:latin typeface="Consolas"/>
              </a:rPr>
              <a:t>&gt;&gt;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Cần thư viện </a:t>
            </a:r>
            <a:r>
              <a:rPr sz="1709" b="0">
                <a:solidFill>
                  <a:srgbClr val="3598DB"/>
                </a:solidFill>
                <a:latin typeface="Consolas"/>
              </a:rPr>
              <a:t>sstream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Tách từ bằng toán tử </a:t>
            </a:r>
            <a:r>
              <a:rPr sz="2565" b="1">
                <a:solidFill>
                  <a:srgbClr val="3598DB"/>
                </a:solidFill>
                <a:latin typeface="Consolas"/>
              </a:rPr>
              <a:t>&gt;&gt;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Stringstream Trong C++ Và Ứng Dụng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115007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ss &gt;&gt; word</a:t>
            </a:r>
            <a:r>
              <a:rPr sz="2000" b="0">
                <a:solidFill>
                  <a:srgbClr val="222B38"/>
                </a:solidFill>
                <a:latin typeface="Calibri"/>
              </a:rPr>
              <a:t> đọc từng từ, dừng khi hết luồng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Nhiều dấu cách liên tiếp đều bị bỏ qua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369767"/>
            <a:ext cx="10765231" cy="1808480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516071"/>
            <a:ext cx="10362895" cy="15158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stringstream ss("codelab    hoc  lap trinh");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string word;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while(ss &gt;&gt; word)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cout &lt;&lt; word &lt;&lt; endl;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codelab / hoc / lap / trinh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Tách theo ký tự khác bằng </a:t>
            </a:r>
            <a:r>
              <a:rPr sz="2565" b="1">
                <a:solidFill>
                  <a:srgbClr val="3598DB"/>
                </a:solidFill>
                <a:latin typeface="Consolas"/>
              </a:rPr>
              <a:t>getline()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Stringstream Trong C++ Và Ứng Dụng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115007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Mặc định </a:t>
            </a:r>
            <a:r>
              <a:rPr sz="1900" b="0">
                <a:solidFill>
                  <a:srgbClr val="3598DB"/>
                </a:solidFill>
                <a:latin typeface="Consolas"/>
              </a:rPr>
              <a:t>&gt;&gt;</a:t>
            </a:r>
            <a:r>
              <a:rPr sz="2000" b="0">
                <a:solidFill>
                  <a:srgbClr val="222B38"/>
                </a:solidFill>
                <a:latin typeface="Calibri"/>
              </a:rPr>
              <a:t> chỉ tách theo dấu cách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Muốn tách theo ký tự khác (vd </a:t>
            </a:r>
            <a:r>
              <a:rPr sz="1900" b="0">
                <a:solidFill>
                  <a:srgbClr val="3598DB"/>
                </a:solidFill>
                <a:latin typeface="Consolas"/>
              </a:rPr>
              <a:t>-</a:t>
            </a:r>
            <a:r>
              <a:rPr sz="2000" b="0">
                <a:solidFill>
                  <a:srgbClr val="222B38"/>
                </a:solidFill>
                <a:latin typeface="Calibri"/>
              </a:rPr>
              <a:t>) dùng </a:t>
            </a:r>
            <a:r>
              <a:rPr sz="1900" b="0">
                <a:solidFill>
                  <a:srgbClr val="3598DB"/>
                </a:solidFill>
                <a:latin typeface="Consolas"/>
              </a:rPr>
              <a:t>getline(ss, word, delim)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369767"/>
            <a:ext cx="10765231" cy="1808480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516071"/>
            <a:ext cx="10362895" cy="15158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stringstream ss("codelab-hoc-lap-trinh");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string word;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while(getline(ss, word, '-'))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cout &lt;&lt; word &lt;&lt; endl;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codelab / hoc / lap / trinh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Tách theo nhiều loại dấu (delimiter)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Stringstream Trong C++ Và Ứng Dụng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13026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Nhiều delimiter khác nhau: thay hết thành </a:t>
            </a:r>
            <a:r>
              <a:rPr sz="2000" b="1">
                <a:solidFill>
                  <a:srgbClr val="222B38"/>
                </a:solidFill>
                <a:latin typeface="Calibri"/>
              </a:rPr>
              <a:t>dấu cách</a:t>
            </a:r>
            <a:r>
              <a:rPr sz="2000" b="0">
                <a:solidFill>
                  <a:srgbClr val="222B38"/>
                </a:solidFill>
                <a:latin typeface="Calibri"/>
              </a:rPr>
              <a:t> trước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Sau đó tách bình thường bằng </a:t>
            </a:r>
            <a:r>
              <a:rPr sz="1900" b="0">
                <a:solidFill>
                  <a:srgbClr val="3598DB"/>
                </a:solidFill>
                <a:latin typeface="Consolas"/>
              </a:rPr>
              <a:t>&gt;&gt;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167786"/>
            <a:ext cx="10765231" cy="2385567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14090"/>
            <a:ext cx="10362895" cy="20929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string s = "codelab,hoc.lap!!trinh???C++ dsa";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for(char &amp;c : s)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if(c=='?'||c=='!'||c=='.'||c==',') c = ' ';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stringstream ss(s);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string word;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while(ss &gt;&gt; word) cout &lt;&lt; word &lt;&lt; ' ';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codelab hoc lap trinh C++ dsa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Bài tập: đếm số từ trong xâu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Stringstream Trong C++ Và Ứng Dụng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695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Đếm số lần </a:t>
            </a:r>
            <a:r>
              <a:rPr sz="1900" b="0">
                <a:solidFill>
                  <a:srgbClr val="3598DB"/>
                </a:solidFill>
                <a:latin typeface="Consolas"/>
              </a:rPr>
              <a:t>ss &gt;&gt; word</a:t>
            </a:r>
            <a:r>
              <a:rPr sz="2000" b="0">
                <a:solidFill>
                  <a:srgbClr val="222B38"/>
                </a:solidFill>
                <a:latin typeface="Calibri"/>
              </a:rPr>
              <a:t> thành công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2954527"/>
            <a:ext cx="10765231" cy="1519936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100831"/>
            <a:ext cx="10362895" cy="1227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stringstream ss("codelab codelab com vn blog AI    python");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cnt = 0; string word;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while(ss &gt;&gt; word) ++cnt;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cnt =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Bài tập: chuẩn hóa từ và nối lại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Stringstream Trong C++ Và Ứng Dụng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711045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Tách từng từ, viết hoa ký tự đầu, thường phần còn lại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Nối các từ đã chuẩn hóa, xóa dấu cách thừa cuối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2965805"/>
            <a:ext cx="10765231" cy="2962656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112109"/>
            <a:ext cx="10362895" cy="2670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stringstream ss("   NgUYeN   vAN   tECH28  ");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string res, word;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while(ss &gt;&gt; word){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res += toupper(word[0]);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for(int j=1;j&lt;word.size();j++) res += tolower(word[j]);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res += " ";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res.pop_back();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res = "Nguyen Van Tech28"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Stringstream Trong C++ Và Ứng Dụng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stringstream</a:t>
            </a:r>
            <a:r>
              <a:rPr sz="1800" b="0">
                <a:solidFill>
                  <a:srgbClr val="222B38"/>
                </a:solidFill>
                <a:latin typeface="Calibri"/>
              </a:rPr>
              <a:t> biến string thành luồng đọc như </a:t>
            </a:r>
            <a:r>
              <a:rPr sz="1709" b="0">
                <a:solidFill>
                  <a:srgbClr val="3598DB"/>
                </a:solidFill>
                <a:latin typeface="Consolas"/>
              </a:rPr>
              <a:t>cin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&gt;&gt;</a:t>
            </a:r>
            <a:r>
              <a:rPr sz="1800" b="0">
                <a:solidFill>
                  <a:srgbClr val="222B38"/>
                </a:solidFill>
                <a:latin typeface="Calibri"/>
              </a:rPr>
              <a:t> tách theo dấu cách, </a:t>
            </a:r>
            <a:r>
              <a:rPr sz="1709" b="0">
                <a:solidFill>
                  <a:srgbClr val="3598DB"/>
                </a:solidFill>
                <a:latin typeface="Consolas"/>
              </a:rPr>
              <a:t>getline(ss, word, delim)</a:t>
            </a:r>
            <a:r>
              <a:rPr sz="1800" b="0">
                <a:solidFill>
                  <a:srgbClr val="222B38"/>
                </a:solidFill>
                <a:latin typeface="Calibri"/>
              </a:rPr>
              <a:t> tách theo ký tự khác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Nhiều delimiter: đổi hết thành dấu cách rồi tách bằng </a:t>
            </a:r>
            <a:r>
              <a:rPr sz="1709" b="0">
                <a:solidFill>
                  <a:srgbClr val="3598DB"/>
                </a:solidFill>
                <a:latin typeface="Consolas"/>
              </a:rPr>
              <a:t>&gt;&gt;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Cũng dùng để </a:t>
            </a:r>
            <a:r>
              <a:rPr sz="1800" b="1">
                <a:solidFill>
                  <a:srgbClr val="222B38"/>
                </a:solidFill>
                <a:latin typeface="Calibri"/>
              </a:rPr>
              <a:t>đổi kiểu</a:t>
            </a:r>
            <a:r>
              <a:rPr sz="1800" b="0">
                <a:solidFill>
                  <a:srgbClr val="222B38"/>
                </a:solidFill>
                <a:latin typeface="Calibri"/>
              </a:rPr>
              <a:t> dữ liệu (string ↔ số) qua </a:t>
            </a:r>
            <a:r>
              <a:rPr sz="1709" b="0">
                <a:solidFill>
                  <a:srgbClr val="3598DB"/>
                </a:solidFill>
                <a:latin typeface="Consolas"/>
              </a:rPr>
              <a:t>&gt;&gt;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