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Bài Tập Về Dãy Số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Tổng quan 5 dạng bài về dãy 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Về Dãy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Tổng dãy con liên tiếp </a:t>
            </a:r>
            <a:r>
              <a:rPr sz="1800" b="1">
                <a:solidFill>
                  <a:srgbClr val="222B38"/>
                </a:solidFill>
                <a:latin typeface="Calibri"/>
              </a:rPr>
              <a:t>cỡ K</a:t>
            </a:r>
            <a:r>
              <a:rPr sz="1800" b="0">
                <a:solidFill>
                  <a:srgbClr val="222B38"/>
                </a:solidFill>
                <a:latin typeface="Calibri"/>
              </a:rPr>
              <a:t> cố định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Dãy con liên tiếp </a:t>
            </a:r>
            <a:r>
              <a:rPr sz="1800" b="1">
                <a:solidFill>
                  <a:srgbClr val="222B38"/>
                </a:solidFill>
                <a:latin typeface="Calibri"/>
              </a:rPr>
              <a:t>giống nhau</a:t>
            </a:r>
            <a:r>
              <a:rPr sz="1800" b="0">
                <a:solidFill>
                  <a:srgbClr val="222B38"/>
                </a:solidFill>
                <a:latin typeface="Calibri"/>
              </a:rPr>
              <a:t> / </a:t>
            </a:r>
            <a:r>
              <a:rPr sz="1800" b="1">
                <a:solidFill>
                  <a:srgbClr val="222B38"/>
                </a:solidFill>
                <a:latin typeface="Calibri"/>
              </a:rPr>
              <a:t>khác nhau liền kề</a:t>
            </a:r>
            <a:r>
              <a:rPr sz="1800" b="0">
                <a:solidFill>
                  <a:srgbClr val="222B38"/>
                </a:solidFill>
                <a:latin typeface="Calibri"/>
              </a:rPr>
              <a:t> dài nhất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Kiểm tra mảng </a:t>
            </a:r>
            <a:r>
              <a:rPr sz="1800" b="1">
                <a:solidFill>
                  <a:srgbClr val="222B38"/>
                </a:solidFill>
                <a:latin typeface="Calibri"/>
              </a:rPr>
              <a:t>tăng dần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Dãy con </a:t>
            </a:r>
            <a:r>
              <a:rPr sz="1800" b="1">
                <a:solidFill>
                  <a:srgbClr val="222B38"/>
                </a:solidFill>
                <a:latin typeface="Calibri"/>
              </a:rPr>
              <a:t>nguyên tố</a:t>
            </a:r>
            <a:r>
              <a:rPr sz="1800" b="0">
                <a:solidFill>
                  <a:srgbClr val="222B38"/>
                </a:solidFill>
                <a:latin typeface="Calibri"/>
              </a:rPr>
              <a:t> liên tiếp dài nhất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Tổng các dãy con liên tiếp cỡ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Về Dãy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A[] = {3,2,1,5,6,7,2}, K=3 -&gt; các dãy con {3,2,1}, {2,1,5}, {1,5,6}...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6463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chỉ số bắt đầu </a:t>
            </a:r>
            <a:r>
              <a:rPr sz="1900" b="0">
                <a:solidFill>
                  <a:srgbClr val="3598DB"/>
                </a:solidFill>
                <a:latin typeface="Consolas"/>
              </a:rPr>
              <a:t>i</a:t>
            </a:r>
            <a:r>
              <a:rPr sz="2000" b="0">
                <a:solidFill>
                  <a:srgbClr val="222B38"/>
                </a:solidFill>
                <a:latin typeface="Calibri"/>
              </a:rPr>
              <a:t> từ 0 tới N-K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Với mỗi </a:t>
            </a:r>
            <a:r>
              <a:rPr sz="1900" b="0">
                <a:solidFill>
                  <a:srgbClr val="3598DB"/>
                </a:solidFill>
                <a:latin typeface="Consolas"/>
              </a:rPr>
              <a:t>i</a:t>
            </a:r>
            <a:r>
              <a:rPr sz="2000" b="0">
                <a:solidFill>
                  <a:srgbClr val="222B38"/>
                </a:solidFill>
                <a:latin typeface="Calibri"/>
              </a:rPr>
              <a:t>, cộng dồn đúng K phần tử liên tiếp </a:t>
            </a:r>
            <a:r>
              <a:rPr sz="1900" b="0">
                <a:solidFill>
                  <a:srgbClr val="3598DB"/>
                </a:solidFill>
                <a:latin typeface="Consolas"/>
              </a:rPr>
              <a:t>a[i..i+K-1]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619398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65702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&lt;= n - k;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tong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j = 0; j &lt; k; j++) tong += a[i + j];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tong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Dãy con liên tiếp giống nhau / khác nhau dài nhất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Về Dãy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8210"/>
            <a:ext cx="10765231" cy="1854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Đếm dồn: </a:t>
            </a:r>
            <a:r>
              <a:rPr sz="1700" b="1">
                <a:solidFill>
                  <a:srgbClr val="222B38"/>
                </a:solidFill>
                <a:latin typeface="Calibri"/>
              </a:rPr>
              <a:t>giống nhau</a:t>
            </a:r>
            <a:r>
              <a:rPr sz="1700" b="0">
                <a:solidFill>
                  <a:srgbClr val="222B38"/>
                </a:solidFill>
                <a:latin typeface="Calibri"/>
              </a:rPr>
              <a:t> thì so </a:t>
            </a:r>
            <a:r>
              <a:rPr sz="1614" b="0">
                <a:solidFill>
                  <a:srgbClr val="3598DB"/>
                </a:solidFill>
                <a:latin typeface="Consolas"/>
              </a:rPr>
              <a:t>a[i]==a[i-1]</a:t>
            </a:r>
            <a:r>
              <a:rPr sz="1700" b="0">
                <a:solidFill>
                  <a:srgbClr val="222B38"/>
                </a:solidFill>
                <a:latin typeface="Calibri"/>
              </a:rPr>
              <a:t>; </a:t>
            </a:r>
            <a:r>
              <a:rPr sz="1700" b="1">
                <a:solidFill>
                  <a:srgbClr val="222B38"/>
                </a:solidFill>
                <a:latin typeface="Calibri"/>
              </a:rPr>
              <a:t>khác nhau liền kề</a:t>
            </a:r>
            <a:r>
              <a:rPr sz="1700" b="0">
                <a:solidFill>
                  <a:srgbClr val="222B38"/>
                </a:solidFill>
                <a:latin typeface="Calibri"/>
              </a:rPr>
              <a:t> thì so </a:t>
            </a:r>
            <a:r>
              <a:rPr sz="1614" b="0">
                <a:solidFill>
                  <a:srgbClr val="3598DB"/>
                </a:solidFill>
                <a:latin typeface="Consolas"/>
              </a:rPr>
              <a:t>a[i]!=a[i-1]</a:t>
            </a:r>
          </a:p>
          <a:p>
            <a:pPr algn="l" marL="310896" indent="-310896">
              <a:spcAft>
                <a:spcPts val="13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Thỏa điều kiện thì tăng biến đếm, không thỏa thì so kết quả rồi reset đếm về 1</a:t>
            </a:r>
          </a:p>
          <a:p>
            <a:pPr algn="l" marL="310896" indent="-310896">
              <a:spcAft>
                <a:spcPts val="13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1">
                <a:solidFill>
                  <a:srgbClr val="222B38"/>
                </a:solidFill>
                <a:latin typeface="Calibri"/>
              </a:rPr>
              <a:t>Lưu ý</a:t>
            </a:r>
            <a:r>
              <a:rPr sz="1700" b="0">
                <a:solidFill>
                  <a:srgbClr val="222B38"/>
                </a:solidFill>
                <a:latin typeface="Calibri"/>
              </a:rPr>
              <a:t>: phải so sánh kết quả thêm 1 lần sau khi vòng lặp kết thúc (dãy có thể kết thúc ở cuối mảng)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88130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34434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dem = 1, res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1; i &lt; n;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if(a[i] == a[i-1]) ++dem;      // đổi != cho bài "khác nhau"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else{ res = max(res, dem); dem = 1;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res = max(res, dem);   // cập nhật lần cuối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Kiểm tra mảng tăng dần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Về Dãy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Mảng tăng dần: mọi cặp liền kề thỏa </a:t>
            </a:r>
            <a:r>
              <a:rPr sz="1900" b="0">
                <a:solidFill>
                  <a:srgbClr val="3598DB"/>
                </a:solidFill>
                <a:latin typeface="Consolas"/>
              </a:rPr>
              <a:t>a[i] &gt;= a[i-1]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cần </a:t>
            </a:r>
            <a:r>
              <a:rPr sz="2000" b="1">
                <a:solidFill>
                  <a:srgbClr val="222B38"/>
                </a:solidFill>
                <a:latin typeface="Calibri"/>
              </a:rPr>
              <a:t>1 cặp sai</a:t>
            </a:r>
            <a:r>
              <a:rPr sz="2000" b="0">
                <a:solidFill>
                  <a:srgbClr val="222B38"/>
                </a:solidFill>
                <a:latin typeface="Calibri"/>
              </a:rPr>
              <a:t> là kết luận ngay mảng không tăng dần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cần xét </a:t>
            </a:r>
            <a:r>
              <a:rPr sz="1900" b="0">
                <a:solidFill>
                  <a:srgbClr val="3598DB"/>
                </a:solidFill>
                <a:latin typeface="Consolas"/>
              </a:rPr>
              <a:t>a[0]</a:t>
            </a:r>
            <a:r>
              <a:rPr sz="2000" b="0">
                <a:solidFill>
                  <a:srgbClr val="222B38"/>
                </a:solidFill>
                <a:latin typeface="Calibri"/>
              </a:rPr>
              <a:t> với phần tử đứng trước nó (không tồn tại)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check(int a[], 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1;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if(a[i] &lt; a[i-1]) return false;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true;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Dãy con nguyên tố liên tiếp dài nhất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Về Dãy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A[]={2,3,5,8,7,11,19,4,10,23,5} -&gt; dãy {7,11,19} dài nhất và có tổng lớn nhất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80044"/>
            <a:ext cx="10765231" cy="1854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Duyệt mảng, gặp số nguyên tố thì cộng dồn đếm và tổng</a:t>
            </a:r>
          </a:p>
          <a:p>
            <a:pPr algn="l" marL="310896" indent="-310896">
              <a:spcAft>
                <a:spcPts val="13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Gặp số không nguyên tố: so kết quả (ưu tiên </a:t>
            </a:r>
            <a:r>
              <a:rPr sz="1700" b="1">
                <a:solidFill>
                  <a:srgbClr val="222B38"/>
                </a:solidFill>
                <a:latin typeface="Calibri"/>
              </a:rPr>
              <a:t>dài hơn</a:t>
            </a:r>
            <a:r>
              <a:rPr sz="1700" b="0">
                <a:solidFill>
                  <a:srgbClr val="222B38"/>
                </a:solidFill>
                <a:latin typeface="Calibri"/>
              </a:rPr>
              <a:t>, bằng độ dài thì ưu tiên </a:t>
            </a:r>
            <a:r>
              <a:rPr sz="1700" b="1">
                <a:solidFill>
                  <a:srgbClr val="222B38"/>
                </a:solidFill>
                <a:latin typeface="Calibri"/>
              </a:rPr>
              <a:t>tổng lớn hơn</a:t>
            </a:r>
            <a:r>
              <a:rPr sz="1700" b="0">
                <a:solidFill>
                  <a:srgbClr val="222B38"/>
                </a:solidFill>
                <a:latin typeface="Calibri"/>
              </a:rPr>
              <a:t>), rồi reset đếm/tổng về 0</a:t>
            </a:r>
          </a:p>
          <a:p>
            <a:pPr algn="l" marL="310896" indent="-310896">
              <a:spcAft>
                <a:spcPts val="13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1">
                <a:solidFill>
                  <a:srgbClr val="222B38"/>
                </a:solidFill>
                <a:latin typeface="Calibri"/>
              </a:rPr>
              <a:t>Lưu ý</a:t>
            </a:r>
            <a:r>
              <a:rPr sz="1700" b="0">
                <a:solidFill>
                  <a:srgbClr val="222B38"/>
                </a:solidFill>
                <a:latin typeface="Calibri"/>
              </a:rPr>
              <a:t>: so sánh kết quả thêm 1 lần cuối nếu dãy nguyên tố kết thúc ngay tại cuối mảng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779964"/>
            <a:ext cx="10765231" cy="254787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26268"/>
            <a:ext cx="10362895" cy="22552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int dem=0, tong=0, res_dem=0, res_tong=0;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for(int i = 0; i &lt; n;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    if(prime(a[i])){ ++dem; tong += a[i];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    else{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        if(dem &gt; res_dem || (dem==res_dem &amp;&amp; tong&gt;res_tong)){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            res_dem = dem; res_tong = tong;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    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        dem = 0; tong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// so sánh lần cuối tương tự sau vòng lặp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Về Dãy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Dạng "dãy con liên tiếp" luôn cần 1 biến đếm + so sánh phần tử liền kề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Lỗi hay gặp</a:t>
            </a:r>
            <a:r>
              <a:rPr sz="1800" b="0">
                <a:solidFill>
                  <a:srgbClr val="222B38"/>
                </a:solidFill>
                <a:latin typeface="Calibri"/>
              </a:rPr>
              <a:t>: quên cập nhật kết quả sau khi vòng lặp kết thúc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Dãy con cỡ K cố định: duyệt chỉ số bắt đầu rồi cộng dồn K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Bài dãy nguyên tố dài nhất kết hợp cả đếm liên tiếp lẫn so sánh tổng khi bằng độ dài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