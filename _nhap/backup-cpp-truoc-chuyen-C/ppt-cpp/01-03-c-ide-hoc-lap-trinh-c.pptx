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IDE Học Lập Trình C++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IDE là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IDE Học Lập Trình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623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IDE</a:t>
            </a:r>
            <a:r>
              <a:rPr sz="1800" b="0">
                <a:solidFill>
                  <a:srgbClr val="222B38"/>
                </a:solidFill>
                <a:latin typeface="Calibri"/>
              </a:rPr>
              <a:t> = Integrated Development Environment (môi trường phát triển tích hợp)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Gồm soạn thảo code, biên dịch, gỡ lỗi, kiểm thử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2 phần chính: </a:t>
            </a:r>
            <a:r>
              <a:rPr sz="1800" b="1">
                <a:solidFill>
                  <a:srgbClr val="222B38"/>
                </a:solidFill>
                <a:latin typeface="Calibri"/>
              </a:rPr>
              <a:t>Text Editor</a:t>
            </a:r>
            <a:r>
              <a:rPr sz="1800" b="0">
                <a:solidFill>
                  <a:srgbClr val="222B38"/>
                </a:solidFill>
                <a:latin typeface="Calibri"/>
              </a:rPr>
              <a:t> (soạn thảo) và </a:t>
            </a:r>
            <a:r>
              <a:rPr sz="1800" b="1">
                <a:solidFill>
                  <a:srgbClr val="222B38"/>
                </a:solidFill>
                <a:latin typeface="Calibri"/>
              </a:rPr>
              <a:t>Compiler</a:t>
            </a:r>
            <a:r>
              <a:rPr sz="1800" b="0">
                <a:solidFill>
                  <a:srgbClr val="222B38"/>
                </a:solidFill>
                <a:latin typeface="Calibri"/>
              </a:rPr>
              <a:t> (biên dịch)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Vì sao cần biên dịch?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IDE Học Lập Trình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C++ là ngôn ngữ bậc cao, máy tính không chạy trực tiếp được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Compiler</a:t>
            </a:r>
            <a:r>
              <a:rPr sz="2000" b="0">
                <a:solidFill>
                  <a:srgbClr val="222B38"/>
                </a:solidFill>
                <a:latin typeface="Calibri"/>
              </a:rPr>
              <a:t> dịch mã nguồn sang mã máy (file .exe) để thực thi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Bước biên dịch là bắt buộc trước khi chạy chương trình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Các IDE và Text Editor phổ biến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IDE Học Lập Trình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DevC++, Codeblock, Visual Studio Code, XCode (MacOS), Sublime Text, VIM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Newbie nên chọn công cụ dễ cài, dễ làm quen trước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Kỹ năng code quan trọng hơn IDE đang dùng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Lựa chọn cho người mới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IDE Học Lập Trình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DevC++</a:t>
            </a:r>
            <a:r>
              <a:rPr sz="1800" b="0">
                <a:solidFill>
                  <a:srgbClr val="222B38"/>
                </a:solidFill>
                <a:latin typeface="Calibri"/>
              </a:rPr>
              <a:t> phù hợp newbie: miễn phí, dễ cài, gọn nhẹ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Đã tích hợp sẵn Text Editor và Compiler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Thành thạo rồi có thể chuyển sang VSCode, Sublime Text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Máy Mac: dùng </a:t>
            </a:r>
            <a:r>
              <a:rPr sz="1800" b="1">
                <a:solidFill>
                  <a:srgbClr val="222B38"/>
                </a:solidFill>
                <a:latin typeface="Calibri"/>
              </a:rPr>
              <a:t>XCode</a:t>
            </a:r>
            <a:r>
              <a:rPr sz="1800" b="0">
                <a:solidFill>
                  <a:srgbClr val="222B38"/>
                </a:solidFill>
                <a:latin typeface="Calibri"/>
              </a:rPr>
              <a:t> hoặc VSCode/Sublime (DevC++ chỉ có Windows)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IDE Học Lập Trình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IDE chỉ là công cụ hỗ trợ, không quyết định trình độ lập trình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Chọn công cụ dễ cài đặt, đủ dùng là được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DevC++ cho người mới trên Windows, XCode/VSCode cho macOS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