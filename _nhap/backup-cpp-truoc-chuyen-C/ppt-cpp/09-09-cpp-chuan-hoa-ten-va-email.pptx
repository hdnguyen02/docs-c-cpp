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Chuẩn Hóa Tên Và Email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3 bài toán chuẩn hóa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1</a:t>
            </a:r>
            <a:r>
              <a:rPr sz="1800" b="0">
                <a:solidFill>
                  <a:srgbClr val="222B38"/>
                </a:solidFill>
                <a:latin typeface="Calibri"/>
              </a:rPr>
              <a:t>: xóa dấu cách thừa, viết hoa chữ đầu mỗi từ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2</a:t>
            </a:r>
            <a:r>
              <a:rPr sz="1800" b="0">
                <a:solidFill>
                  <a:srgbClr val="222B38"/>
                </a:solidFill>
                <a:latin typeface="Calibri"/>
              </a:rPr>
              <a:t>: đảo thứ tự, in tên trước rồi tới họ đệm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3</a:t>
            </a:r>
            <a:r>
              <a:rPr sz="1800" b="0">
                <a:solidFill>
                  <a:srgbClr val="222B38"/>
                </a:solidFill>
                <a:latin typeface="Calibri"/>
              </a:rPr>
              <a:t>: cấp email tự động từ tên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làm chung: </a:t>
            </a:r>
            <a:r>
              <a:rPr sz="1800" b="1">
                <a:solidFill>
                  <a:srgbClr val="222B38"/>
                </a:solidFill>
                <a:latin typeface="Calibri"/>
              </a:rPr>
              <a:t>tách từ → xử lý từng từ → gộp lại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Chuẩn hóa: viết hoa đầu từ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0211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96515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stringstream ss("tran  VAn  TeCH28");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res, word;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while(ss &gt;&gt; word){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res += toupper(word[0]);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j=1;j&lt;word.size();j++) res += tolower(word[j]);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res +=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res.pop_back();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res = "Tran Van Tech28"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lưu vào vector?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in tên theo thứ tự </a:t>
            </a:r>
            <a:r>
              <a:rPr sz="2000" b="1">
                <a:solidFill>
                  <a:srgbClr val="222B38"/>
                </a:solidFill>
                <a:latin typeface="Calibri"/>
              </a:rPr>
              <a:t>khác</a:t>
            </a:r>
            <a:r>
              <a:rPr sz="2000" b="0">
                <a:solidFill>
                  <a:srgbClr val="222B38"/>
                </a:solidFill>
                <a:latin typeface="Calibri"/>
              </a:rPr>
              <a:t> thứ tự nhập thì phải lưu lại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Tách từng từ, chuẩn hóa, rồi </a:t>
            </a:r>
            <a:r>
              <a:rPr sz="1900" b="0">
                <a:solidFill>
                  <a:srgbClr val="3598DB"/>
                </a:solidFill>
                <a:latin typeface="Consolas"/>
              </a:rPr>
              <a:t>push_back</a:t>
            </a:r>
            <a:r>
              <a:rPr sz="2000" b="0">
                <a:solidFill>
                  <a:srgbClr val="222B38"/>
                </a:solidFill>
                <a:latin typeface="Calibri"/>
              </a:rPr>
              <a:t> vào vector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Từ đó chủ động chọn in từ nào trước, từ nào sau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tên trước, họ đệm 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Từ cuối vector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tên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 từ còn lại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họ đệm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sau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v = {"Tran", "Van", "Tech28"}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v.back();            // in ten truoc: Tech28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v.size()-1;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 " &lt;&lt; v[i];    // roi ho dem: Tran Van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Cấp email theo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Email = </a:t>
            </a:r>
            <a:r>
              <a:rPr sz="2000" b="1">
                <a:solidFill>
                  <a:srgbClr val="222B38"/>
                </a:solidFill>
                <a:latin typeface="Calibri"/>
              </a:rPr>
              <a:t>tên</a:t>
            </a:r>
            <a:r>
              <a:rPr sz="2000" b="0">
                <a:solidFill>
                  <a:srgbClr val="222B38"/>
                </a:solidFill>
                <a:latin typeface="Calibri"/>
              </a:rPr>
              <a:t> + chữ cái đầu của </a:t>
            </a:r>
            <a:r>
              <a:rPr sz="2000" b="1">
                <a:solidFill>
                  <a:srgbClr val="222B38"/>
                </a:solidFill>
                <a:latin typeface="Calibri"/>
              </a:rPr>
              <a:t>họ và đệm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dụ: "Nguyen Van Nam" → </a:t>
            </a:r>
            <a:r>
              <a:rPr sz="1900" b="0">
                <a:solidFill>
                  <a:srgbClr val="3598DB"/>
                </a:solidFill>
                <a:latin typeface="Consolas"/>
              </a:rPr>
              <a:t>namnv@...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vector&lt;string&gt; v; string word;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while(ss &gt;&gt; word) v.push_back(word);   // da doi ve thuong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email = v.back();               // ten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v.size()-1;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email += v[i][0];                  // chu cai dau ho dem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email += "@codelab.dev";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"tran van long" -&gt; "longtv@codelab.dev"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Chuẩn hóa xâu: </a:t>
            </a:r>
            <a:r>
              <a:rPr sz="1800" b="1">
                <a:solidFill>
                  <a:srgbClr val="222B38"/>
                </a:solidFill>
                <a:latin typeface="Calibri"/>
              </a:rPr>
              <a:t>tách từ → xử lý từng từ → gộp lại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vector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cần in/xử lý các từ theo thứ tự khác thứ tự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Cấp email: ghép tên với chữ cái đầu họ đệm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Nhớ đổi toàn xâu về thường trước khi lấy chữ cái đầu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