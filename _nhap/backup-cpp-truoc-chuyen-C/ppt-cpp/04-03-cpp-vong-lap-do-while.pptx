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Do-While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Do-while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Giống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nhưng chạy thân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Đảm bảo khối lệnh luôn chạy </a:t>
            </a:r>
            <a:r>
              <a:rPr sz="1800" b="1">
                <a:solidFill>
                  <a:srgbClr val="222B38"/>
                </a:solidFill>
                <a:latin typeface="Calibri"/>
              </a:rPr>
              <a:t>ít nhất 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Hợp khi cần làm gì đó rồi mới kiểm tra kết quả (VD: nhập lại nếu sai)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}while(condition);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 — khác biệt với 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có thể không chạy lần nào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chạy thân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rồi mới kiểm tra điều kiện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đúng thì lặp lại, sai thì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Do-while luôn chạy </a:t>
            </a:r>
            <a:r>
              <a:rPr sz="1800" b="1">
                <a:solidFill>
                  <a:srgbClr val="222B38"/>
                </a:solidFill>
                <a:latin typeface="Calibri"/>
              </a:rPr>
              <a:t>tối thiểu 1 lần</a:t>
            </a:r>
            <a:r>
              <a:rPr sz="1800" b="0">
                <a:solidFill>
                  <a:srgbClr val="222B38"/>
                </a:solidFill>
                <a:latin typeface="Calibri"/>
              </a:rPr>
              <a:t> dù điều kiện sai ngay từ đầu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số từ 1 đến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i = 1, n = 4;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++i;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}while(i &lt;=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1 2 3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nhập lại khi số âm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Dạng bài toán kinh điển của do-while: cần chạy 1 lần để có dữ liệu trước khi kiểm 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"Nhap n :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}while(n &lt; 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Do-While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Do-while chạy thân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kiểm tra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 — ngược với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thực hiện ít nhất 1 lần dù điều kiện sai ngay từ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dùng cho việc </a:t>
            </a:r>
            <a:r>
              <a:rPr sz="1800" b="1">
                <a:solidFill>
                  <a:srgbClr val="222B38"/>
                </a:solidFill>
                <a:latin typeface="Calibri"/>
              </a:rPr>
              <a:t>nhập liệu cần kiểm tra hợp lệ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Đừng quên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;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while(condition)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