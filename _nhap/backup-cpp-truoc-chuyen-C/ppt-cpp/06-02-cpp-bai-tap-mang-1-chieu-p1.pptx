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1 Chiều P1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4 dạng bài trên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Liệt kê / đếm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 thỏa tính chất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Tìm max, min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đối xứng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lật ngược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Đếm cặp phần tử</a:t>
            </a:r>
            <a:r>
              <a:rPr sz="1800" b="0">
                <a:solidFill>
                  <a:srgbClr val="222B38"/>
                </a:solidFill>
                <a:latin typeface="Calibri"/>
              </a:rPr>
              <a:t> thỏa điều kiện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&amp; đếm phần tử thỏa tính chất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Bài: liệt kê các số nguyên tố trong mảng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630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Bước 1: chuẩn bị hàm kiểm tra tính chất (vd </a:t>
            </a:r>
            <a:r>
              <a:rPr sz="1900" b="0">
                <a:solidFill>
                  <a:srgbClr val="3598DB"/>
                </a:solidFill>
                <a:latin typeface="Consolas"/>
              </a:rPr>
              <a:t>nt()</a:t>
            </a:r>
            <a:r>
              <a:rPr sz="2000" b="0">
                <a:solidFill>
                  <a:srgbClr val="222B38"/>
                </a:solidFill>
                <a:latin typeface="Calibri"/>
              </a:rPr>
              <a:t> kiểm tra nguyên tố)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Bước 2: duyệt từng phần tử, thỏa thì đếm hoặc in ra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Áp dụng tương tự cho các tính chất khác: chẵn, lẻ, thuận nghịch...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634149"/>
            <a:ext cx="10765231" cy="271919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80453"/>
            <a:ext cx="10362895" cy="24265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bool nt(int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if(n &lt; 2)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for(int i = 2; i &lt;= sqrt(n);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if(n % i == 0)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if(nt(a[i])) cout &lt;&lt; a[i] &lt;&lt; ' ';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Tìm Max, Min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70100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1: giả sử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a[0]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max/min, duyệt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i=1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so sánh và cập nhật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2: khởi tạo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max_val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rất nhỏ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min_val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rất lớn</a:t>
            </a:r>
            <a:r>
              <a:rPr sz="1800" b="0">
                <a:solidFill>
                  <a:srgbClr val="222B38"/>
                </a:solidFill>
                <a:latin typeface="Calibri"/>
              </a:rPr>
              <a:t>, duyệt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i=0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khởi tạo phải nằm </a:t>
            </a:r>
            <a:r>
              <a:rPr sz="1800" b="1">
                <a:solidFill>
                  <a:srgbClr val="222B38"/>
                </a:solidFill>
                <a:latin typeface="Calibri"/>
              </a:rPr>
              <a:t>ngoài phạm vi</a:t>
            </a:r>
            <a:r>
              <a:rPr sz="1800" b="0">
                <a:solidFill>
                  <a:srgbClr val="222B38"/>
                </a:solidFill>
                <a:latin typeface="Calibri"/>
              </a:rPr>
              <a:t> giá trị mà đề bài 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8880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85184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a[0], min_val = a[0];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&lt; min_val) min_val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đối xứng &amp; lật ngược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đối xứng với phần tử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n-i-1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cần xét </a:t>
            </a:r>
            <a:r>
              <a:rPr sz="1800" b="1">
                <a:solidFill>
                  <a:srgbClr val="222B38"/>
                </a:solidFill>
                <a:latin typeface="Calibri"/>
              </a:rPr>
              <a:t>N/2 cặp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đầu-cuối là đủ kết luận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Lật ngược mảng: dùng đúng các cặp đó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hoán đổi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vì so sánh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0108"/>
            <a:ext cx="10765231" cy="32049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6412"/>
            <a:ext cx="10362895" cy="29123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doixung(int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n/2;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!= a[n-i-1])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reverse(int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n/2;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swap(a[i], a[n-i-1]);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cặp phần tử thỏa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71090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 0 tới N-2,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i+1</a:t>
            </a:r>
            <a:r>
              <a:rPr sz="1800" b="0">
                <a:solidFill>
                  <a:srgbClr val="222B38"/>
                </a:solidFill>
                <a:latin typeface="Calibri"/>
              </a:rPr>
              <a:t> tới N-1 ⇒ mỗi cặp chỉ xét đúng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 1: đếm/liệt kê cặp có tổng bằng K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 2: đếm cặp nguyên tố cùng nhau (UCLN(a[i], a[j]) ==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39870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74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n-1;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i+1;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+ a[j] == k)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cout &lt;&lt; a[i] &lt;&lt; " " &lt;&lt; a[j] &lt;&lt; endl;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Liệt kê/đếm: cần hàm kiểm tra tính chất + 1 vòng lặp duyệt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max/min: khởi tạo hợp lý rồi so sánh, cập nhật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xứng/lật mảng: chỉ cần xét N/2 cặp đầu-cuối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cặp: 2 vòng lặp lồng,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j</a:t>
            </a:r>
            <a:r>
              <a:rPr sz="1800" b="0">
                <a:solidFill>
                  <a:srgbClr val="222B38"/>
                </a:solidFill>
                <a:latin typeface="Calibri"/>
              </a:rPr>
              <a:t> luôn bắt đầu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i+1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không đếm trùng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