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Chuyển Đổi Giữa Số Và String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 các hàm chuyển xâu thành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dùng được từ chuẩn </a:t>
            </a:r>
            <a:r>
              <a:rPr sz="1800" b="1">
                <a:solidFill>
                  <a:srgbClr val="222B38"/>
                </a:solidFill>
                <a:latin typeface="Calibri"/>
              </a:rPr>
              <a:t>C++11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trở lên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Thông dụng nhất: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stoi()</a:t>
            </a:r>
            <a:r>
              <a:rPr sz="1800" b="0">
                <a:solidFill>
                  <a:srgbClr val="222B38"/>
                </a:solidFill>
                <a:latin typeface="Calibri"/>
              </a:rPr>
              <a:t> (int),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stoll()</a:t>
            </a:r>
            <a:r>
              <a:rPr sz="1800" b="0">
                <a:solidFill>
                  <a:srgbClr val="222B38"/>
                </a:solidFill>
                <a:latin typeface="Calibri"/>
              </a:rPr>
              <a:t> (long long),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stod()</a:t>
            </a:r>
            <a:r>
              <a:rPr sz="1800" b="0">
                <a:solidFill>
                  <a:srgbClr val="222B38"/>
                </a:solidFill>
                <a:latin typeface="Calibri"/>
              </a:rPr>
              <a:t> (double)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Còn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stof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stold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stoul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stoull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các kiểu số khác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stoi(): quy tắc cần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Xâu </a:t>
            </a:r>
            <a:r>
              <a:rPr sz="2000" b="1">
                <a:solidFill>
                  <a:srgbClr val="222B38"/>
                </a:solidFill>
                <a:latin typeface="Calibri"/>
              </a:rPr>
              <a:t>rỗng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số vượt giới hạn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ném lỗi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std::out_of_range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xâu có ký tự chữ phía sau, </a:t>
            </a:r>
            <a:r>
              <a:rPr sz="1900" b="0">
                <a:solidFill>
                  <a:srgbClr val="3598DB"/>
                </a:solidFill>
                <a:latin typeface="Consolas"/>
              </a:rPr>
              <a:t>stoi()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lấy phần số đứng trước nó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stoi(): ví dụ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String Trong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s1 = "282828";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s2 = "-292828";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s3 = "2828codelab.dev";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stoi(s1);   // 282828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stoi(s2);   // -292828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stoi(s3);   // 282828 (dừng tại ký tự 't')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stoll() và stod(): số lớn và số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stoll()</a:t>
            </a:r>
            <a:r>
              <a:rPr sz="1800" b="0">
                <a:solidFill>
                  <a:srgbClr val="222B38"/>
                </a:solidFill>
                <a:latin typeface="Calibri"/>
              </a:rPr>
              <a:t>: chuyển xâu thành </a:t>
            </a:r>
            <a:r>
              <a:rPr sz="1709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1800" b="0">
                <a:solidFill>
                  <a:srgbClr val="222B38"/>
                </a:solidFill>
                <a:latin typeface="Calibri"/>
              </a:rPr>
              <a:t>, dùng khi giá trị vượt phạm vi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stod()</a:t>
            </a:r>
            <a:r>
              <a:rPr sz="1800" b="0">
                <a:solidFill>
                  <a:srgbClr val="222B38"/>
                </a:solidFill>
                <a:latin typeface="Calibri"/>
              </a:rPr>
              <a:t>: chuyển xâu thành </a:t>
            </a:r>
            <a:r>
              <a:rPr sz="1709" b="0">
                <a:solidFill>
                  <a:srgbClr val="3598DB"/>
                </a:solidFill>
                <a:latin typeface="Consolas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giữ được phần thập phân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156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n1 = stoll("100000000000000000");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n2 = stod("100.123");   // 100.123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to_string(): chuyển số thành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to_string(n)</a:t>
            </a:r>
            <a:r>
              <a:rPr sz="2000" b="0">
                <a:solidFill>
                  <a:srgbClr val="222B38"/>
                </a:solidFill>
                <a:latin typeface="Calibri"/>
              </a:rPr>
              <a:t> chuyển một số bất kỳ thành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Cũng chỉ hỗ trợ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C++11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trở lên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28282828;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 = to_string(n);   // "28282828"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Xâu → số: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stoi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stoll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stod</a:t>
            </a:r>
            <a:r>
              <a:rPr sz="1800" b="0">
                <a:solidFill>
                  <a:srgbClr val="222B38"/>
                </a:solidFill>
                <a:latin typeface="Calibri"/>
              </a:rPr>
              <a:t>... đều yêu cầu </a:t>
            </a:r>
            <a:r>
              <a:rPr sz="1800" b="1">
                <a:solidFill>
                  <a:srgbClr val="222B38"/>
                </a:solidFill>
                <a:latin typeface="Calibri"/>
              </a:rPr>
              <a:t>C++11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Xâu rỗng hoặc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vượt giới hạn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stoi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stoll</a:t>
            </a:r>
            <a:r>
              <a:rPr sz="1800" b="0">
                <a:solidFill>
                  <a:srgbClr val="222B38"/>
                </a:solidFill>
                <a:latin typeface="Calibri"/>
              </a:rPr>
              <a:t> sẽ ném lỗi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Ký tự không phải số phía sau bị </a:t>
            </a:r>
            <a:r>
              <a:rPr sz="1800" b="1">
                <a:solidFill>
                  <a:srgbClr val="222B38"/>
                </a:solidFill>
                <a:latin typeface="Calibri"/>
              </a:rPr>
              <a:t>cắt bỏ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gây lỗi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→ xâu: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to_string()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